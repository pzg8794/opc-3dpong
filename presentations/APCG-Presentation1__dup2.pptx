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9144000"/>
  <p:notesSz cx="6858000" cy="9144000"/>
  <p:embeddedFontLst>
    <p:embeddedFont>
      <p:font typeface="Galdeano"/>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Galdeano-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noAutofit/>
          </a:bodyPr>
          <a:lstStyle>
            <a:lvl1pPr indent="-88900" lvl="0" marL="0" marR="0" rtl="0" algn="l">
              <a:spcBef>
                <a:spcPts val="0"/>
              </a:spcBef>
              <a:spcAft>
                <a:spcPts val="0"/>
              </a:spcAft>
              <a:buSzPts val="1400"/>
              <a:buChar char="●"/>
              <a:defRPr b="0" i="0" sz="1200" u="none" cap="none" strike="noStrike"/>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noAutofit/>
          </a:bodyPr>
          <a:lstStyle>
            <a:lvl1pPr indent="-88900" lvl="0" marL="0" marR="0" rtl="0" algn="r">
              <a:spcBef>
                <a:spcPts val="0"/>
              </a:spcBef>
              <a:spcAft>
                <a:spcPts val="0"/>
              </a:spcAft>
              <a:buSzPts val="1400"/>
              <a:buChar char="●"/>
              <a:defRPr b="0" i="0" sz="1200" u="none" cap="none" strike="noStrike"/>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noAutofit/>
          </a:bodyPr>
          <a:lstStyle>
            <a:lvl1pPr indent="-88900" lvl="0" marL="0" marR="0" rtl="0" algn="l">
              <a:spcBef>
                <a:spcPts val="0"/>
              </a:spcBef>
              <a:spcAft>
                <a:spcPts val="0"/>
              </a:spcAft>
              <a:buSzPts val="1400"/>
              <a:buChar char="●"/>
              <a:defRPr b="0" i="0" sz="1200" u="none" cap="none" strike="noStrike"/>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91425" lIns="91425" spcFirstLastPara="1" rIns="91425" wrap="square" tIns="91425">
            <a:noAutofit/>
          </a:bodyPr>
          <a:lstStyle/>
          <a:p>
            <a:pPr indent="-88900" lvl="0" marL="0" marR="0" rtl="0" algn="r">
              <a:spcBef>
                <a:spcPts val="0"/>
              </a:spcBef>
              <a:spcAft>
                <a:spcPts val="0"/>
              </a:spcAft>
              <a:buSzPts val="1400"/>
              <a:buChar char="●"/>
            </a:pPr>
            <a:r>
              <a:t/>
            </a:r>
            <a:endParaRPr b="0" i="0" sz="1200" u="none" cap="none" strike="noStrike"/>
          </a:p>
          <a:p>
            <a:pPr indent="-88900" lvl="1" marL="0" marR="0" rtl="0" algn="l">
              <a:spcBef>
                <a:spcPts val="0"/>
              </a:spcBef>
              <a:spcAft>
                <a:spcPts val="0"/>
              </a:spcAft>
              <a:buSzPts val="1400"/>
              <a:buChar char="○"/>
            </a:pPr>
            <a:r>
              <a:t/>
            </a:r>
            <a:endParaRPr/>
          </a:p>
          <a:p>
            <a:pPr indent="-88900" lvl="2" marL="0" marR="0" rtl="0" algn="l">
              <a:spcBef>
                <a:spcPts val="0"/>
              </a:spcBef>
              <a:spcAft>
                <a:spcPts val="0"/>
              </a:spcAft>
              <a:buSzPts val="1400"/>
              <a:buChar char="■"/>
            </a:pPr>
            <a:r>
              <a:t/>
            </a:r>
            <a:endParaRPr/>
          </a:p>
          <a:p>
            <a:pPr indent="-88900" lvl="3" marL="0" marR="0" rtl="0" algn="l">
              <a:spcBef>
                <a:spcPts val="0"/>
              </a:spcBef>
              <a:spcAft>
                <a:spcPts val="0"/>
              </a:spcAft>
              <a:buSzPts val="1400"/>
              <a:buChar char="●"/>
            </a:pPr>
            <a:r>
              <a:t/>
            </a:r>
            <a:endParaRPr/>
          </a:p>
          <a:p>
            <a:pPr indent="-88900" lvl="4" marL="0" marR="0" rtl="0" algn="l">
              <a:spcBef>
                <a:spcPts val="0"/>
              </a:spcBef>
              <a:spcAft>
                <a:spcPts val="0"/>
              </a:spcAft>
              <a:buSzPts val="1400"/>
              <a:buChar char="○"/>
            </a:pPr>
            <a:r>
              <a:t/>
            </a:r>
            <a:endParaRPr/>
          </a:p>
          <a:p>
            <a:pPr indent="-88900" lvl="5" marL="0" marR="0" rtl="0" algn="l">
              <a:spcBef>
                <a:spcPts val="0"/>
              </a:spcBef>
              <a:spcAft>
                <a:spcPts val="0"/>
              </a:spcAft>
              <a:buSzPts val="1400"/>
              <a:buChar char="■"/>
            </a:pPr>
            <a:r>
              <a:t/>
            </a:r>
            <a:endParaRPr/>
          </a:p>
          <a:p>
            <a:pPr indent="-88900" lvl="6" marL="0" marR="0" rtl="0" algn="l">
              <a:spcBef>
                <a:spcPts val="0"/>
              </a:spcBef>
              <a:spcAft>
                <a:spcPts val="0"/>
              </a:spcAft>
              <a:buSzPts val="1400"/>
              <a:buChar char="●"/>
            </a:pPr>
            <a:r>
              <a:t/>
            </a:r>
            <a:endParaRPr/>
          </a:p>
          <a:p>
            <a:pPr indent="-88900" lvl="7" marL="0" marR="0" rtl="0" algn="l">
              <a:spcBef>
                <a:spcPts val="0"/>
              </a:spcBef>
              <a:spcAft>
                <a:spcPts val="0"/>
              </a:spcAft>
              <a:buSzPts val="1400"/>
              <a:buChar char="○"/>
            </a:pPr>
            <a:r>
              <a:t/>
            </a:r>
            <a:endParaRPr/>
          </a:p>
          <a:p>
            <a:pPr indent="-88900" lvl="8" marL="0" marR="0" rtl="0" algn="l">
              <a:spcBef>
                <a:spcPts val="0"/>
              </a:spcBef>
              <a:spcAft>
                <a:spcPts val="0"/>
              </a:spcAft>
              <a:buSzPts val="1400"/>
              <a:buChar char="■"/>
            </a:pPr>
            <a:r>
              <a:t/>
            </a: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lang="en-US"/>
              <a:t> </a:t>
            </a:r>
            <a:endParaRPr b="0" i="0" sz="1800" u="none" cap="none" strike="noStrike"/>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7: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8: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9: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0: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1: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2: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3: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4: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5: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6: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8: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9: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30: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1: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2: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3: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4: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5: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6: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7: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8: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820738" y="4155141"/>
            <a:ext cx="7542212" cy="1013012"/>
          </a:xfrm>
          <a:prstGeom prst="rect">
            <a:avLst/>
          </a:prstGeom>
          <a:noFill/>
          <a:ln>
            <a:noFill/>
          </a:ln>
        </p:spPr>
        <p:txBody>
          <a:bodyPr anchorCtr="0" anchor="b" bIns="91425" lIns="91425" spcFirstLastPara="1" rIns="91425" wrap="square" tIns="91425">
            <a:noAutofit/>
          </a:bodyPr>
          <a:lstStyle>
            <a:lvl1pPr indent="0" lvl="0" marL="0" marR="0" rtl="0" algn="ctr">
              <a:spcBef>
                <a:spcPts val="0"/>
              </a:spcBef>
              <a:spcAft>
                <a:spcPts val="0"/>
              </a:spcAft>
              <a:buClr>
                <a:schemeClr val="lt1"/>
              </a:buClr>
              <a:buSzPts val="1400"/>
              <a:buFont typeface="Galdeano"/>
              <a:buNone/>
              <a:defRPr b="1" i="0" sz="5600" u="none" cap="none" strike="noStrike">
                <a:solidFill>
                  <a:schemeClr val="lt1"/>
                </a:solidFill>
                <a:latin typeface="Galdeano"/>
                <a:ea typeface="Galdeano"/>
                <a:cs typeface="Galdeano"/>
                <a:sym typeface="Galdeano"/>
              </a:defRPr>
            </a:lvl1pPr>
            <a:lvl2pPr indent="-88900" lvl="1" marL="0" marR="0" rtl="0" algn="l">
              <a:spcBef>
                <a:spcPts val="0"/>
              </a:spcBef>
              <a:spcAft>
                <a:spcPts val="0"/>
              </a:spcAft>
              <a:buSzPts val="1400"/>
              <a:buChar char="○"/>
              <a:defRPr/>
            </a:lvl2pPr>
            <a:lvl3pPr indent="-88900" lvl="2" marL="0" marR="0" rtl="0" algn="l">
              <a:spcBef>
                <a:spcPts val="0"/>
              </a:spcBef>
              <a:spcAft>
                <a:spcPts val="0"/>
              </a:spcAft>
              <a:buSzPts val="1400"/>
              <a:buChar char="■"/>
              <a:defRPr/>
            </a:lvl3pPr>
            <a:lvl4pPr indent="-88900" lvl="3" marL="0" marR="0" rtl="0" algn="l">
              <a:spcBef>
                <a:spcPts val="0"/>
              </a:spcBef>
              <a:spcAft>
                <a:spcPts val="0"/>
              </a:spcAft>
              <a:buSzPts val="1400"/>
              <a:buChar char="●"/>
              <a:defRPr/>
            </a:lvl4pPr>
            <a:lvl5pPr indent="-88900" lvl="4" marL="0" marR="0" rtl="0" algn="l">
              <a:spcBef>
                <a:spcPts val="0"/>
              </a:spcBef>
              <a:spcAft>
                <a:spcPts val="0"/>
              </a:spcAft>
              <a:buSzPts val="1400"/>
              <a:buChar char="○"/>
              <a:defRPr/>
            </a:lvl5pPr>
            <a:lvl6pPr indent="-88900" lvl="5" marL="0" marR="0" rtl="0" algn="l">
              <a:spcBef>
                <a:spcPts val="0"/>
              </a:spcBef>
              <a:spcAft>
                <a:spcPts val="0"/>
              </a:spcAft>
              <a:buSzPts val="1400"/>
              <a:buChar char="■"/>
              <a:defRPr/>
            </a:lvl6pPr>
            <a:lvl7pPr indent="-88900" lvl="6" marL="0" marR="0" rtl="0" algn="l">
              <a:spcBef>
                <a:spcPts val="0"/>
              </a:spcBef>
              <a:spcAft>
                <a:spcPts val="0"/>
              </a:spcAft>
              <a:buSzPts val="1400"/>
              <a:buChar char="●"/>
              <a:defRPr/>
            </a:lvl7pPr>
            <a:lvl8pPr indent="-88900" lvl="7" marL="0" marR="0" rtl="0" algn="l">
              <a:spcBef>
                <a:spcPts val="0"/>
              </a:spcBef>
              <a:spcAft>
                <a:spcPts val="0"/>
              </a:spcAft>
              <a:buSzPts val="1400"/>
              <a:buChar char="○"/>
              <a:defRPr/>
            </a:lvl8pPr>
            <a:lvl9pPr indent="-88900" lvl="8" marL="0" marR="0" rtl="0" algn="l">
              <a:spcBef>
                <a:spcPts val="0"/>
              </a:spcBef>
              <a:spcAft>
                <a:spcPts val="0"/>
              </a:spcAft>
              <a:buSzPts val="1400"/>
              <a:buChar char="■"/>
              <a:defRPr/>
            </a:lvl9pPr>
          </a:lstStyle>
          <a:p/>
        </p:txBody>
      </p:sp>
      <p:sp>
        <p:nvSpPr>
          <p:cNvPr id="18" name="Google Shape;18;p2"/>
          <p:cNvSpPr txBox="1"/>
          <p:nvPr>
            <p:ph idx="1" type="subTitle"/>
          </p:nvPr>
        </p:nvSpPr>
        <p:spPr>
          <a:xfrm>
            <a:off x="820738" y="5230906"/>
            <a:ext cx="7542212" cy="1030942"/>
          </a:xfrm>
          <a:prstGeom prst="rect">
            <a:avLst/>
          </a:prstGeom>
          <a:noFill/>
          <a:ln>
            <a:noFill/>
          </a:ln>
        </p:spPr>
        <p:txBody>
          <a:bodyPr anchorCtr="0" anchor="t" bIns="91425" lIns="91425" spcFirstLastPara="1" rIns="91425" wrap="square" tIns="91425">
            <a:noAutofit/>
          </a:bodyPr>
          <a:lstStyle>
            <a:lvl1pPr indent="0" lvl="0" marL="0" marR="0" rtl="0" algn="ctr">
              <a:spcBef>
                <a:spcPts val="7"/>
              </a:spcBef>
              <a:spcAft>
                <a:spcPts val="0"/>
              </a:spcAft>
              <a:buClr>
                <a:schemeClr val="lt1"/>
              </a:buClr>
              <a:buSzPts val="1400"/>
              <a:buFont typeface="Galdeano"/>
              <a:buNone/>
              <a:defRPr b="1" i="0" sz="2400" u="none" cap="none" strike="noStrike">
                <a:solidFill>
                  <a:schemeClr val="lt1"/>
                </a:solidFill>
                <a:latin typeface="Galdeano"/>
                <a:ea typeface="Galdeano"/>
                <a:cs typeface="Galdeano"/>
                <a:sym typeface="Galdeano"/>
              </a:defRPr>
            </a:lvl1pPr>
            <a:lvl2pPr indent="0" lvl="1" marL="457200" marR="0" rtl="0" algn="ctr">
              <a:spcBef>
                <a:spcPts val="0"/>
              </a:spcBef>
              <a:spcAft>
                <a:spcPts val="0"/>
              </a:spcAft>
              <a:buClr>
                <a:schemeClr val="lt1"/>
              </a:buClr>
              <a:buSzPts val="1400"/>
              <a:buFont typeface="Galdeano"/>
              <a:buNone/>
              <a:defRPr b="1" i="0" sz="2200" u="none" cap="none" strike="noStrike">
                <a:solidFill>
                  <a:schemeClr val="lt1"/>
                </a:solidFill>
                <a:latin typeface="Galdeano"/>
                <a:ea typeface="Galdeano"/>
                <a:cs typeface="Galdeano"/>
                <a:sym typeface="Galdeano"/>
              </a:defRPr>
            </a:lvl2pPr>
            <a:lvl3pPr indent="0" lvl="2" marL="914400" marR="0" rtl="0" algn="ctr">
              <a:spcBef>
                <a:spcPts val="0"/>
              </a:spcBef>
              <a:spcAft>
                <a:spcPts val="0"/>
              </a:spcAft>
              <a:buClr>
                <a:schemeClr val="lt1"/>
              </a:buClr>
              <a:buSzPts val="1400"/>
              <a:buFont typeface="Galdeano"/>
              <a:buNone/>
              <a:defRPr b="1" i="0" sz="2000" u="none" cap="none" strike="noStrike">
                <a:solidFill>
                  <a:schemeClr val="lt1"/>
                </a:solidFill>
                <a:latin typeface="Galdeano"/>
                <a:ea typeface="Galdeano"/>
                <a:cs typeface="Galdeano"/>
                <a:sym typeface="Galdeano"/>
              </a:defRPr>
            </a:lvl3pPr>
            <a:lvl4pPr indent="0" lvl="3" marL="13716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4pPr>
            <a:lvl5pPr indent="0" lvl="4" marL="18288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5pPr>
            <a:lvl6pPr indent="0" lvl="5" marL="22860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6pPr>
            <a:lvl7pPr indent="0" lvl="6" marL="27432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7pPr>
            <a:lvl8pPr indent="0" lvl="7" marL="32004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8pPr>
            <a:lvl9pPr indent="0" lvl="8" marL="36576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9pPr>
          </a:lstStyle>
          <a:p/>
        </p:txBody>
      </p:sp>
      <p:sp>
        <p:nvSpPr>
          <p:cNvPr id="19" name="Google Shape;19;p2"/>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20" name="Google Shape;20;p2"/>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21" name="Google Shape;21;p2"/>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pic>
        <p:nvPicPr>
          <p:cNvPr id="22" name="Google Shape;22;p2"/>
          <p:cNvPicPr preferRelativeResize="0"/>
          <p:nvPr/>
        </p:nvPicPr>
        <p:blipFill>
          <a:blip r:embed="rId2">
            <a:alphaModFix/>
          </a:blip>
          <a:stretch>
            <a:fillRect/>
          </a:stretch>
        </p:blipFill>
        <p:spPr>
          <a:xfrm>
            <a:off x="1674019" y="224679"/>
            <a:ext cx="5795963" cy="394337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5" name="Google Shape;25;p3"/>
          <p:cNvSpPr txBox="1"/>
          <p:nvPr>
            <p:ph idx="1" type="body"/>
          </p:nvPr>
        </p:nvSpPr>
        <p:spPr>
          <a:xfrm>
            <a:off x="779462" y="1882588"/>
            <a:ext cx="7581901" cy="3953436"/>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6" name="Google Shape;26;p3"/>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27" name="Google Shape;27;p3"/>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28" name="Google Shape;28;p3"/>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20737" y="1219013"/>
            <a:ext cx="7542213" cy="1958975"/>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2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31" name="Google Shape;31;p4"/>
          <p:cNvSpPr txBox="1"/>
          <p:nvPr>
            <p:ph idx="1" type="body"/>
          </p:nvPr>
        </p:nvSpPr>
        <p:spPr>
          <a:xfrm>
            <a:off x="820737" y="3224213"/>
            <a:ext cx="7542213" cy="1500187"/>
          </a:xfrm>
          <a:prstGeom prst="rect">
            <a:avLst/>
          </a:prstGeom>
          <a:noFill/>
          <a:ln>
            <a:noFill/>
          </a:ln>
        </p:spPr>
        <p:txBody>
          <a:bodyPr anchorCtr="0" anchor="t" bIns="91425" lIns="91425" spcFirstLastPara="1" rIns="91425" wrap="square" tIns="91425">
            <a:noAutofit/>
          </a:bodyPr>
          <a:lstStyle>
            <a:lvl1pPr indent="-228600" lvl="0" marL="457200" rtl="0" algn="ctr">
              <a:spcBef>
                <a:spcPts val="300"/>
              </a:spcBef>
              <a:spcAft>
                <a:spcPts val="0"/>
              </a:spcAft>
              <a:buClr>
                <a:schemeClr val="lt1"/>
              </a:buClr>
              <a:buSzPts val="1400"/>
              <a:buFont typeface="Galdeano"/>
              <a:buNone/>
              <a:defRPr b="1" sz="2400">
                <a:solidFill>
                  <a:schemeClr val="lt1"/>
                </a:solidFill>
                <a:latin typeface="Galdeano"/>
                <a:ea typeface="Galdeano"/>
                <a:cs typeface="Galdeano"/>
                <a:sym typeface="Galdeano"/>
              </a:defRPr>
            </a:lvl1pPr>
            <a:lvl2pPr indent="-228600" lvl="1" marL="914400" rtl="0">
              <a:spcBef>
                <a:spcPts val="0"/>
              </a:spcBef>
              <a:spcAft>
                <a:spcPts val="0"/>
              </a:spcAft>
              <a:buClr>
                <a:schemeClr val="lt1"/>
              </a:buClr>
              <a:buSzPts val="1400"/>
              <a:buFont typeface="Galdeano"/>
              <a:buNone/>
              <a:defRPr sz="1800">
                <a:solidFill>
                  <a:schemeClr val="lt1"/>
                </a:solidFill>
              </a:defRPr>
            </a:lvl2pPr>
            <a:lvl3pPr indent="-228600" lvl="2" marL="1371600" rtl="0">
              <a:spcBef>
                <a:spcPts val="0"/>
              </a:spcBef>
              <a:spcAft>
                <a:spcPts val="0"/>
              </a:spcAft>
              <a:buClr>
                <a:schemeClr val="lt1"/>
              </a:buClr>
              <a:buSzPts val="1400"/>
              <a:buFont typeface="Galdeano"/>
              <a:buNone/>
              <a:defRPr sz="1600">
                <a:solidFill>
                  <a:schemeClr val="lt1"/>
                </a:solidFill>
              </a:defRPr>
            </a:lvl3pPr>
            <a:lvl4pPr indent="-228600" lvl="3" marL="1828800" rtl="0">
              <a:spcBef>
                <a:spcPts val="0"/>
              </a:spcBef>
              <a:spcAft>
                <a:spcPts val="0"/>
              </a:spcAft>
              <a:buClr>
                <a:schemeClr val="lt1"/>
              </a:buClr>
              <a:buSzPts val="1400"/>
              <a:buFont typeface="Galdeano"/>
              <a:buNone/>
              <a:defRPr sz="1400">
                <a:solidFill>
                  <a:schemeClr val="lt1"/>
                </a:solidFill>
              </a:defRPr>
            </a:lvl4pPr>
            <a:lvl5pPr indent="-228600" lvl="4" marL="2286000" rtl="0">
              <a:spcBef>
                <a:spcPts val="0"/>
              </a:spcBef>
              <a:spcAft>
                <a:spcPts val="0"/>
              </a:spcAft>
              <a:buClr>
                <a:schemeClr val="lt1"/>
              </a:buClr>
              <a:buSzPts val="1400"/>
              <a:buFont typeface="Galdeano"/>
              <a:buNone/>
              <a:defRPr sz="1400">
                <a:solidFill>
                  <a:schemeClr val="lt1"/>
                </a:solidFill>
              </a:defRPr>
            </a:lvl5pPr>
            <a:lvl6pPr indent="-228600" lvl="5" marL="2743200" rtl="0">
              <a:spcBef>
                <a:spcPts val="0"/>
              </a:spcBef>
              <a:spcAft>
                <a:spcPts val="0"/>
              </a:spcAft>
              <a:buClr>
                <a:schemeClr val="lt1"/>
              </a:buClr>
              <a:buSzPts val="1400"/>
              <a:buFont typeface="Galdeano"/>
              <a:buNone/>
              <a:defRPr sz="1400">
                <a:solidFill>
                  <a:schemeClr val="lt1"/>
                </a:solidFill>
              </a:defRPr>
            </a:lvl6pPr>
            <a:lvl7pPr indent="-228600" lvl="6" marL="3200400" rtl="0">
              <a:spcBef>
                <a:spcPts val="0"/>
              </a:spcBef>
              <a:spcAft>
                <a:spcPts val="0"/>
              </a:spcAft>
              <a:buClr>
                <a:schemeClr val="lt1"/>
              </a:buClr>
              <a:buSzPts val="1400"/>
              <a:buFont typeface="Galdeano"/>
              <a:buNone/>
              <a:defRPr sz="1400">
                <a:solidFill>
                  <a:schemeClr val="lt1"/>
                </a:solidFill>
              </a:defRPr>
            </a:lvl7pPr>
            <a:lvl8pPr indent="-228600" lvl="7" marL="3657600" rtl="0">
              <a:spcBef>
                <a:spcPts val="0"/>
              </a:spcBef>
              <a:spcAft>
                <a:spcPts val="0"/>
              </a:spcAft>
              <a:buClr>
                <a:schemeClr val="lt1"/>
              </a:buClr>
              <a:buSzPts val="1400"/>
              <a:buFont typeface="Galdeano"/>
              <a:buNone/>
              <a:defRPr sz="1400">
                <a:solidFill>
                  <a:schemeClr val="lt1"/>
                </a:solidFill>
              </a:defRPr>
            </a:lvl8pPr>
            <a:lvl9pPr indent="-228600" lvl="8" marL="4114800" rtl="0">
              <a:spcBef>
                <a:spcPts val="0"/>
              </a:spcBef>
              <a:spcAft>
                <a:spcPts val="0"/>
              </a:spcAft>
              <a:buClr>
                <a:schemeClr val="lt1"/>
              </a:buClr>
              <a:buSzPts val="1400"/>
              <a:buFont typeface="Galdeano"/>
              <a:buNone/>
              <a:defRPr sz="1400">
                <a:solidFill>
                  <a:schemeClr val="lt1"/>
                </a:solidFill>
              </a:defRPr>
            </a:lvl9pPr>
          </a:lstStyle>
          <a:p/>
        </p:txBody>
      </p:sp>
      <p:sp>
        <p:nvSpPr>
          <p:cNvPr id="32" name="Google Shape;32;p4"/>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33" name="Google Shape;33;p4"/>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34" name="Google Shape;34;p4"/>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5"/>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37" name="Google Shape;37;p5"/>
          <p:cNvSpPr txBox="1"/>
          <p:nvPr>
            <p:ph idx="1" type="body"/>
          </p:nvPr>
        </p:nvSpPr>
        <p:spPr>
          <a:xfrm>
            <a:off x="779462" y="1892301"/>
            <a:ext cx="3657600" cy="3975100"/>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000"/>
            </a:lvl1pPr>
            <a:lvl2pPr indent="-317500" lvl="1" marL="914400" rtl="0">
              <a:spcBef>
                <a:spcPts val="0"/>
              </a:spcBef>
              <a:spcAft>
                <a:spcPts val="0"/>
              </a:spcAft>
              <a:buSzPts val="1400"/>
              <a:buChar char="•"/>
              <a:defRPr sz="18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800"/>
            </a:lvl6pPr>
            <a:lvl7pPr indent="-317500" lvl="6" marL="3200400" rtl="0">
              <a:spcBef>
                <a:spcPts val="0"/>
              </a:spcBef>
              <a:spcAft>
                <a:spcPts val="0"/>
              </a:spcAft>
              <a:buSzPts val="1400"/>
              <a:buChar char="•"/>
              <a:defRPr sz="1800"/>
            </a:lvl7pPr>
            <a:lvl8pPr indent="-317500" lvl="7" marL="3657600" rtl="0">
              <a:spcBef>
                <a:spcPts val="0"/>
              </a:spcBef>
              <a:spcAft>
                <a:spcPts val="0"/>
              </a:spcAft>
              <a:buSzPts val="1400"/>
              <a:buChar char="•"/>
              <a:defRPr sz="1800"/>
            </a:lvl8pPr>
            <a:lvl9pPr indent="-317500" lvl="8" marL="4114800" rtl="0">
              <a:spcBef>
                <a:spcPts val="0"/>
              </a:spcBef>
              <a:spcAft>
                <a:spcPts val="0"/>
              </a:spcAft>
              <a:buSzPts val="1400"/>
              <a:buChar char="•"/>
              <a:defRPr sz="1800"/>
            </a:lvl9pPr>
          </a:lstStyle>
          <a:p/>
        </p:txBody>
      </p:sp>
      <p:sp>
        <p:nvSpPr>
          <p:cNvPr id="38" name="Google Shape;38;p5"/>
          <p:cNvSpPr txBox="1"/>
          <p:nvPr>
            <p:ph idx="2" type="body"/>
          </p:nvPr>
        </p:nvSpPr>
        <p:spPr>
          <a:xfrm>
            <a:off x="4703763" y="1892301"/>
            <a:ext cx="3657600" cy="3975100"/>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000"/>
            </a:lvl1pPr>
            <a:lvl2pPr indent="-317500" lvl="1" marL="914400" rtl="0">
              <a:spcBef>
                <a:spcPts val="0"/>
              </a:spcBef>
              <a:spcAft>
                <a:spcPts val="0"/>
              </a:spcAft>
              <a:buSzPts val="1400"/>
              <a:buChar char="•"/>
              <a:defRPr sz="18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800"/>
            </a:lvl6pPr>
            <a:lvl7pPr indent="-317500" lvl="6" marL="3200400" rtl="0">
              <a:spcBef>
                <a:spcPts val="0"/>
              </a:spcBef>
              <a:spcAft>
                <a:spcPts val="0"/>
              </a:spcAft>
              <a:buSzPts val="1400"/>
              <a:buChar char="•"/>
              <a:defRPr sz="1800"/>
            </a:lvl7pPr>
            <a:lvl8pPr indent="-317500" lvl="7" marL="3657600" rtl="0">
              <a:spcBef>
                <a:spcPts val="0"/>
              </a:spcBef>
              <a:spcAft>
                <a:spcPts val="0"/>
              </a:spcAft>
              <a:buSzPts val="1400"/>
              <a:buChar char="•"/>
              <a:defRPr sz="1800"/>
            </a:lvl8pPr>
            <a:lvl9pPr indent="-317500" lvl="8" marL="4114800" rtl="0">
              <a:spcBef>
                <a:spcPts val="0"/>
              </a:spcBef>
              <a:spcAft>
                <a:spcPts val="0"/>
              </a:spcAft>
              <a:buSzPts val="1400"/>
              <a:buChar char="•"/>
              <a:defRPr sz="1800"/>
            </a:lvl9pPr>
          </a:lstStyle>
          <a:p/>
        </p:txBody>
      </p:sp>
      <p:sp>
        <p:nvSpPr>
          <p:cNvPr id="39" name="Google Shape;39;p5"/>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40" name="Google Shape;40;p5"/>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41" name="Google Shape;41;p5"/>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6"/>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44" name="Google Shape;44;p6"/>
          <p:cNvSpPr txBox="1"/>
          <p:nvPr>
            <p:ph idx="1" type="body"/>
          </p:nvPr>
        </p:nvSpPr>
        <p:spPr>
          <a:xfrm>
            <a:off x="779462" y="1761565"/>
            <a:ext cx="3657600" cy="515469"/>
          </a:xfrm>
          <a:prstGeom prst="rect">
            <a:avLst/>
          </a:prstGeom>
          <a:noFill/>
          <a:ln>
            <a:noFill/>
          </a:ln>
        </p:spPr>
        <p:txBody>
          <a:bodyPr anchorCtr="0" anchor="b" bIns="91425" lIns="91425" spcFirstLastPara="1" rIns="91425" wrap="square" tIns="91425">
            <a:noAutofit/>
          </a:bodyPr>
          <a:lstStyle>
            <a:lvl1pPr indent="-228600" lvl="0" marL="457200" rtl="0" algn="ctr">
              <a:spcBef>
                <a:spcPts val="0"/>
              </a:spcBef>
              <a:spcAft>
                <a:spcPts val="0"/>
              </a:spcAft>
              <a:buSzPts val="1400"/>
              <a:buFont typeface="Galdeano"/>
              <a:buNone/>
              <a:defRPr b="1" sz="2400"/>
            </a:lvl1pPr>
            <a:lvl2pPr indent="-228600" lvl="1" marL="914400" rtl="0">
              <a:spcBef>
                <a:spcPts val="0"/>
              </a:spcBef>
              <a:spcAft>
                <a:spcPts val="0"/>
              </a:spcAft>
              <a:buSzPts val="1400"/>
              <a:buFont typeface="Galdeano"/>
              <a:buNone/>
              <a:defRPr b="1" sz="2000"/>
            </a:lvl2pPr>
            <a:lvl3pPr indent="-228600" lvl="2" marL="1371600" rtl="0">
              <a:spcBef>
                <a:spcPts val="0"/>
              </a:spcBef>
              <a:spcAft>
                <a:spcPts val="0"/>
              </a:spcAft>
              <a:buSzPts val="1400"/>
              <a:buFont typeface="Galdeano"/>
              <a:buNone/>
              <a:defRPr b="1" sz="1800"/>
            </a:lvl3pPr>
            <a:lvl4pPr indent="-228600" lvl="3" marL="1828800" rtl="0">
              <a:spcBef>
                <a:spcPts val="0"/>
              </a:spcBef>
              <a:spcAft>
                <a:spcPts val="0"/>
              </a:spcAft>
              <a:buSzPts val="1400"/>
              <a:buFont typeface="Galdeano"/>
              <a:buNone/>
              <a:defRPr b="1" sz="1600"/>
            </a:lvl4pPr>
            <a:lvl5pPr indent="-228600" lvl="4" marL="2286000" rtl="0">
              <a:spcBef>
                <a:spcPts val="0"/>
              </a:spcBef>
              <a:spcAft>
                <a:spcPts val="0"/>
              </a:spcAft>
              <a:buSzPts val="1400"/>
              <a:buFont typeface="Galdeano"/>
              <a:buNone/>
              <a:defRPr b="1" sz="1600"/>
            </a:lvl5pPr>
            <a:lvl6pPr indent="-228600" lvl="5" marL="2743200" rtl="0">
              <a:spcBef>
                <a:spcPts val="0"/>
              </a:spcBef>
              <a:spcAft>
                <a:spcPts val="0"/>
              </a:spcAft>
              <a:buSzPts val="1400"/>
              <a:buFont typeface="Galdeano"/>
              <a:buNone/>
              <a:defRPr b="1" sz="1600"/>
            </a:lvl6pPr>
            <a:lvl7pPr indent="-228600" lvl="6" marL="3200400" rtl="0">
              <a:spcBef>
                <a:spcPts val="0"/>
              </a:spcBef>
              <a:spcAft>
                <a:spcPts val="0"/>
              </a:spcAft>
              <a:buSzPts val="1400"/>
              <a:buFont typeface="Galdeano"/>
              <a:buNone/>
              <a:defRPr b="1" sz="1600"/>
            </a:lvl7pPr>
            <a:lvl8pPr indent="-228600" lvl="7" marL="3657600" rtl="0">
              <a:spcBef>
                <a:spcPts val="0"/>
              </a:spcBef>
              <a:spcAft>
                <a:spcPts val="0"/>
              </a:spcAft>
              <a:buSzPts val="1400"/>
              <a:buFont typeface="Galdeano"/>
              <a:buNone/>
              <a:defRPr b="1" sz="1600"/>
            </a:lvl8pPr>
            <a:lvl9pPr indent="-228600" lvl="8" marL="4114800" rtl="0">
              <a:spcBef>
                <a:spcPts val="0"/>
              </a:spcBef>
              <a:spcAft>
                <a:spcPts val="0"/>
              </a:spcAft>
              <a:buSzPts val="1400"/>
              <a:buFont typeface="Galdeano"/>
              <a:buNone/>
              <a:defRPr b="1" sz="1600"/>
            </a:lvl9pPr>
          </a:lstStyle>
          <a:p/>
        </p:txBody>
      </p:sp>
      <p:sp>
        <p:nvSpPr>
          <p:cNvPr id="45" name="Google Shape;45;p6"/>
          <p:cNvSpPr txBox="1"/>
          <p:nvPr>
            <p:ph idx="2" type="body"/>
          </p:nvPr>
        </p:nvSpPr>
        <p:spPr>
          <a:xfrm>
            <a:off x="779462" y="2393575"/>
            <a:ext cx="3657600" cy="3473823"/>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000"/>
            </a:lvl1pPr>
            <a:lvl2pPr indent="-317500" lvl="1" marL="914400" rtl="0">
              <a:spcBef>
                <a:spcPts val="0"/>
              </a:spcBef>
              <a:spcAft>
                <a:spcPts val="0"/>
              </a:spcAft>
              <a:buSzPts val="1400"/>
              <a:buChar char="•"/>
              <a:defRPr sz="18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
        <p:nvSpPr>
          <p:cNvPr id="46" name="Google Shape;46;p6"/>
          <p:cNvSpPr txBox="1"/>
          <p:nvPr>
            <p:ph idx="3" type="body"/>
          </p:nvPr>
        </p:nvSpPr>
        <p:spPr>
          <a:xfrm>
            <a:off x="4703763" y="1761565"/>
            <a:ext cx="3657600" cy="515469"/>
          </a:xfrm>
          <a:prstGeom prst="rect">
            <a:avLst/>
          </a:prstGeom>
          <a:noFill/>
          <a:ln>
            <a:noFill/>
          </a:ln>
        </p:spPr>
        <p:txBody>
          <a:bodyPr anchorCtr="0" anchor="b" bIns="91425" lIns="91425" spcFirstLastPara="1" rIns="91425" wrap="square" tIns="91425">
            <a:noAutofit/>
          </a:bodyPr>
          <a:lstStyle>
            <a:lvl1pPr indent="-228600" lvl="0" marL="457200" rtl="0" algn="ctr">
              <a:spcBef>
                <a:spcPts val="0"/>
              </a:spcBef>
              <a:spcAft>
                <a:spcPts val="0"/>
              </a:spcAft>
              <a:buSzPts val="1400"/>
              <a:buFont typeface="Galdeano"/>
              <a:buNone/>
              <a:defRPr b="1" sz="2400"/>
            </a:lvl1pPr>
            <a:lvl2pPr indent="-228600" lvl="1" marL="914400" rtl="0">
              <a:spcBef>
                <a:spcPts val="0"/>
              </a:spcBef>
              <a:spcAft>
                <a:spcPts val="0"/>
              </a:spcAft>
              <a:buSzPts val="1400"/>
              <a:buFont typeface="Galdeano"/>
              <a:buNone/>
              <a:defRPr b="1" sz="2000"/>
            </a:lvl2pPr>
            <a:lvl3pPr indent="-228600" lvl="2" marL="1371600" rtl="0">
              <a:spcBef>
                <a:spcPts val="0"/>
              </a:spcBef>
              <a:spcAft>
                <a:spcPts val="0"/>
              </a:spcAft>
              <a:buSzPts val="1400"/>
              <a:buFont typeface="Galdeano"/>
              <a:buNone/>
              <a:defRPr b="1" sz="1800"/>
            </a:lvl3pPr>
            <a:lvl4pPr indent="-228600" lvl="3" marL="1828800" rtl="0">
              <a:spcBef>
                <a:spcPts val="0"/>
              </a:spcBef>
              <a:spcAft>
                <a:spcPts val="0"/>
              </a:spcAft>
              <a:buSzPts val="1400"/>
              <a:buFont typeface="Galdeano"/>
              <a:buNone/>
              <a:defRPr b="1" sz="1600"/>
            </a:lvl4pPr>
            <a:lvl5pPr indent="-228600" lvl="4" marL="2286000" rtl="0">
              <a:spcBef>
                <a:spcPts val="0"/>
              </a:spcBef>
              <a:spcAft>
                <a:spcPts val="0"/>
              </a:spcAft>
              <a:buSzPts val="1400"/>
              <a:buFont typeface="Galdeano"/>
              <a:buNone/>
              <a:defRPr b="1" sz="1600"/>
            </a:lvl5pPr>
            <a:lvl6pPr indent="-228600" lvl="5" marL="2743200" rtl="0">
              <a:spcBef>
                <a:spcPts val="0"/>
              </a:spcBef>
              <a:spcAft>
                <a:spcPts val="0"/>
              </a:spcAft>
              <a:buSzPts val="1400"/>
              <a:buFont typeface="Galdeano"/>
              <a:buNone/>
              <a:defRPr b="1" sz="1600"/>
            </a:lvl6pPr>
            <a:lvl7pPr indent="-228600" lvl="6" marL="3200400" rtl="0">
              <a:spcBef>
                <a:spcPts val="0"/>
              </a:spcBef>
              <a:spcAft>
                <a:spcPts val="0"/>
              </a:spcAft>
              <a:buSzPts val="1400"/>
              <a:buFont typeface="Galdeano"/>
              <a:buNone/>
              <a:defRPr b="1" sz="1600"/>
            </a:lvl7pPr>
            <a:lvl8pPr indent="-228600" lvl="7" marL="3657600" rtl="0">
              <a:spcBef>
                <a:spcPts val="0"/>
              </a:spcBef>
              <a:spcAft>
                <a:spcPts val="0"/>
              </a:spcAft>
              <a:buSzPts val="1400"/>
              <a:buFont typeface="Galdeano"/>
              <a:buNone/>
              <a:defRPr b="1" sz="1600"/>
            </a:lvl8pPr>
            <a:lvl9pPr indent="-228600" lvl="8" marL="4114800" rtl="0">
              <a:spcBef>
                <a:spcPts val="0"/>
              </a:spcBef>
              <a:spcAft>
                <a:spcPts val="0"/>
              </a:spcAft>
              <a:buSzPts val="1400"/>
              <a:buFont typeface="Galdeano"/>
              <a:buNone/>
              <a:defRPr b="1" sz="1600"/>
            </a:lvl9pPr>
          </a:lstStyle>
          <a:p/>
        </p:txBody>
      </p:sp>
      <p:sp>
        <p:nvSpPr>
          <p:cNvPr id="47" name="Google Shape;47;p6"/>
          <p:cNvSpPr txBox="1"/>
          <p:nvPr>
            <p:ph idx="4" type="body"/>
          </p:nvPr>
        </p:nvSpPr>
        <p:spPr>
          <a:xfrm>
            <a:off x="4703763" y="2393575"/>
            <a:ext cx="3657600" cy="3473823"/>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000"/>
            </a:lvl1pPr>
            <a:lvl2pPr indent="-317500" lvl="1" marL="914400" rtl="0">
              <a:spcBef>
                <a:spcPts val="0"/>
              </a:spcBef>
              <a:spcAft>
                <a:spcPts val="0"/>
              </a:spcAft>
              <a:buSzPts val="1400"/>
              <a:buChar char="•"/>
              <a:defRPr sz="18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
        <p:nvSpPr>
          <p:cNvPr id="48" name="Google Shape;48;p6"/>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49" name="Google Shape;49;p6"/>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0" name="Google Shape;50;p6"/>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7"/>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53" name="Google Shape;53;p7"/>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4" name="Google Shape;54;p7"/>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5" name="Google Shape;55;p7"/>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8"/>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8" name="Google Shape;58;p8"/>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9" name="Google Shape;59;p8"/>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9"/>
          <p:cNvSpPr txBox="1"/>
          <p:nvPr>
            <p:ph type="title"/>
          </p:nvPr>
        </p:nvSpPr>
        <p:spPr>
          <a:xfrm>
            <a:off x="779929" y="457201"/>
            <a:ext cx="3566160" cy="1371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400"/>
              <a:buNone/>
              <a:defRPr b="1" sz="36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2" name="Google Shape;62;p9"/>
          <p:cNvSpPr txBox="1"/>
          <p:nvPr>
            <p:ph idx="1" type="body"/>
          </p:nvPr>
        </p:nvSpPr>
        <p:spPr>
          <a:xfrm>
            <a:off x="4802393" y="457201"/>
            <a:ext cx="3566160" cy="5410200"/>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400"/>
            </a:lvl1pPr>
            <a:lvl2pPr indent="-317500" lvl="1" marL="914400" rtl="0">
              <a:spcBef>
                <a:spcPts val="0"/>
              </a:spcBef>
              <a:spcAft>
                <a:spcPts val="0"/>
              </a:spcAft>
              <a:buSzPts val="1400"/>
              <a:buChar char="•"/>
              <a:defRPr sz="2200"/>
            </a:lvl2pPr>
            <a:lvl3pPr indent="-317500" lvl="2" marL="1371600" rtl="0">
              <a:spcBef>
                <a:spcPts val="0"/>
              </a:spcBef>
              <a:spcAft>
                <a:spcPts val="0"/>
              </a:spcAft>
              <a:buSzPts val="1400"/>
              <a:buChar char="•"/>
              <a:defRPr sz="20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b="1" sz="1800">
                <a:solidFill>
                  <a:schemeClr val="lt1"/>
                </a:solidFill>
                <a:latin typeface="Galdeano"/>
                <a:ea typeface="Galdeano"/>
                <a:cs typeface="Galdeano"/>
                <a:sym typeface="Galdeano"/>
              </a:defRPr>
            </a:lvl6pPr>
            <a:lvl7pPr indent="-317500" lvl="6" marL="3200400" rtl="0">
              <a:spcBef>
                <a:spcPts val="0"/>
              </a:spcBef>
              <a:spcAft>
                <a:spcPts val="0"/>
              </a:spcAft>
              <a:buSzPts val="1400"/>
              <a:buChar char="•"/>
              <a:defRPr b="1" sz="1800">
                <a:solidFill>
                  <a:schemeClr val="lt1"/>
                </a:solidFill>
                <a:latin typeface="Galdeano"/>
                <a:ea typeface="Galdeano"/>
                <a:cs typeface="Galdeano"/>
                <a:sym typeface="Galdeano"/>
              </a:defRPr>
            </a:lvl7pPr>
            <a:lvl8pPr indent="-317500" lvl="7" marL="3657600" rtl="0">
              <a:spcBef>
                <a:spcPts val="0"/>
              </a:spcBef>
              <a:spcAft>
                <a:spcPts val="0"/>
              </a:spcAft>
              <a:buSzPts val="1400"/>
              <a:buChar char="•"/>
              <a:defRPr b="1" sz="1800">
                <a:solidFill>
                  <a:schemeClr val="lt1"/>
                </a:solidFill>
                <a:latin typeface="Galdeano"/>
                <a:ea typeface="Galdeano"/>
                <a:cs typeface="Galdeano"/>
                <a:sym typeface="Galdeano"/>
              </a:defRPr>
            </a:lvl8pPr>
            <a:lvl9pPr indent="-317500" lvl="8" marL="4114800" rtl="0">
              <a:spcBef>
                <a:spcPts val="0"/>
              </a:spcBef>
              <a:spcAft>
                <a:spcPts val="0"/>
              </a:spcAft>
              <a:buSzPts val="1400"/>
              <a:buChar char="•"/>
              <a:defRPr b="1" sz="1800">
                <a:solidFill>
                  <a:schemeClr val="lt1"/>
                </a:solidFill>
                <a:latin typeface="Galdeano"/>
                <a:ea typeface="Galdeano"/>
                <a:cs typeface="Galdeano"/>
                <a:sym typeface="Galdeano"/>
              </a:defRPr>
            </a:lvl9pPr>
          </a:lstStyle>
          <a:p/>
        </p:txBody>
      </p:sp>
      <p:sp>
        <p:nvSpPr>
          <p:cNvPr id="63" name="Google Shape;63;p9"/>
          <p:cNvSpPr txBox="1"/>
          <p:nvPr>
            <p:ph idx="2" type="body"/>
          </p:nvPr>
        </p:nvSpPr>
        <p:spPr>
          <a:xfrm>
            <a:off x="779929" y="1828801"/>
            <a:ext cx="3566160" cy="3657600"/>
          </a:xfrm>
          <a:prstGeom prst="rect">
            <a:avLst/>
          </a:prstGeom>
          <a:noFill/>
          <a:ln>
            <a:noFill/>
          </a:ln>
        </p:spPr>
        <p:txBody>
          <a:bodyPr anchorCtr="0" anchor="t" bIns="91425" lIns="91425" spcFirstLastPara="1" rIns="91425" wrap="square" tIns="91425">
            <a:noAutofit/>
          </a:bodyPr>
          <a:lstStyle>
            <a:lvl1pPr indent="-228600" lvl="0" marL="457200" rtl="0" algn="ctr">
              <a:spcBef>
                <a:spcPts val="600"/>
              </a:spcBef>
              <a:spcAft>
                <a:spcPts val="0"/>
              </a:spcAft>
              <a:buSzPts val="1400"/>
              <a:buFont typeface="Galdeano"/>
              <a:buNone/>
              <a:defRPr sz="2000"/>
            </a:lvl1pPr>
            <a:lvl2pPr indent="-228600" lvl="1" marL="914400" rtl="0">
              <a:spcBef>
                <a:spcPts val="0"/>
              </a:spcBef>
              <a:spcAft>
                <a:spcPts val="0"/>
              </a:spcAft>
              <a:buSzPts val="1400"/>
              <a:buFont typeface="Galdeano"/>
              <a:buNone/>
              <a:defRPr sz="1200"/>
            </a:lvl2pPr>
            <a:lvl3pPr indent="-228600" lvl="2" marL="1371600" rtl="0">
              <a:spcBef>
                <a:spcPts val="0"/>
              </a:spcBef>
              <a:spcAft>
                <a:spcPts val="0"/>
              </a:spcAft>
              <a:buSzPts val="1400"/>
              <a:buFont typeface="Galdeano"/>
              <a:buNone/>
              <a:defRPr sz="1000"/>
            </a:lvl3pPr>
            <a:lvl4pPr indent="-228600" lvl="3" marL="1828800" rtl="0">
              <a:spcBef>
                <a:spcPts val="0"/>
              </a:spcBef>
              <a:spcAft>
                <a:spcPts val="0"/>
              </a:spcAft>
              <a:buSzPts val="1400"/>
              <a:buFont typeface="Galdeano"/>
              <a:buNone/>
              <a:defRPr sz="900"/>
            </a:lvl4pPr>
            <a:lvl5pPr indent="-228600" lvl="4" marL="2286000" rtl="0">
              <a:spcBef>
                <a:spcPts val="0"/>
              </a:spcBef>
              <a:spcAft>
                <a:spcPts val="0"/>
              </a:spcAft>
              <a:buSzPts val="1400"/>
              <a:buFont typeface="Galdeano"/>
              <a:buNone/>
              <a:defRPr sz="900"/>
            </a:lvl5pPr>
            <a:lvl6pPr indent="-228600" lvl="5" marL="2743200" rtl="0">
              <a:spcBef>
                <a:spcPts val="0"/>
              </a:spcBef>
              <a:spcAft>
                <a:spcPts val="0"/>
              </a:spcAft>
              <a:buSzPts val="1400"/>
              <a:buFont typeface="Galdeano"/>
              <a:buNone/>
              <a:defRPr sz="900"/>
            </a:lvl6pPr>
            <a:lvl7pPr indent="-228600" lvl="6" marL="3200400" rtl="0">
              <a:spcBef>
                <a:spcPts val="0"/>
              </a:spcBef>
              <a:spcAft>
                <a:spcPts val="0"/>
              </a:spcAft>
              <a:buSzPts val="1400"/>
              <a:buFont typeface="Galdeano"/>
              <a:buNone/>
              <a:defRPr sz="900"/>
            </a:lvl7pPr>
            <a:lvl8pPr indent="-228600" lvl="7" marL="3657600" rtl="0">
              <a:spcBef>
                <a:spcPts val="0"/>
              </a:spcBef>
              <a:spcAft>
                <a:spcPts val="0"/>
              </a:spcAft>
              <a:buSzPts val="1400"/>
              <a:buFont typeface="Galdeano"/>
              <a:buNone/>
              <a:defRPr sz="900"/>
            </a:lvl8pPr>
            <a:lvl9pPr indent="-228600" lvl="8" marL="4114800" rtl="0">
              <a:spcBef>
                <a:spcPts val="0"/>
              </a:spcBef>
              <a:spcAft>
                <a:spcPts val="0"/>
              </a:spcAft>
              <a:buSzPts val="1400"/>
              <a:buFont typeface="Galdeano"/>
              <a:buNone/>
              <a:defRPr sz="900"/>
            </a:lvl9pPr>
          </a:lstStyle>
          <a:p/>
        </p:txBody>
      </p:sp>
      <p:sp>
        <p:nvSpPr>
          <p:cNvPr id="64" name="Google Shape;64;p9"/>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65" name="Google Shape;65;p9"/>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66" name="Google Shape;66;p9"/>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0"/>
          <p:cNvSpPr txBox="1"/>
          <p:nvPr>
            <p:ph type="title"/>
          </p:nvPr>
        </p:nvSpPr>
        <p:spPr>
          <a:xfrm>
            <a:off x="777240" y="457200"/>
            <a:ext cx="3566160" cy="1371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400"/>
              <a:buNone/>
              <a:defRPr b="1" sz="3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9" name="Google Shape;69;p10"/>
          <p:cNvSpPr/>
          <p:nvPr>
            <p:ph idx="2" type="pic"/>
          </p:nvPr>
        </p:nvSpPr>
        <p:spPr>
          <a:xfrm>
            <a:off x="5266765" y="1676400"/>
            <a:ext cx="2975610" cy="2975610"/>
          </a:xfrm>
          <a:prstGeom prst="ellipse">
            <a:avLst/>
          </a:prstGeom>
          <a:solidFill>
            <a:srgbClr val="BFBFBF"/>
          </a:solidFill>
          <a:ln cap="flat" cmpd="sng" w="63500">
            <a:solidFill>
              <a:schemeClr val="lt1"/>
            </a:solidFill>
            <a:prstDash val="solid"/>
            <a:round/>
            <a:headEnd len="sm" w="sm" type="none"/>
            <a:tailEnd len="sm" w="sm" type="none"/>
          </a:ln>
        </p:spPr>
        <p:txBody>
          <a:bodyPr anchorCtr="0" anchor="ctr" bIns="91425" lIns="91425" spcFirstLastPara="1" rIns="91425" wrap="square" tIns="91425">
            <a:noAutofit/>
          </a:bodyPr>
          <a:lstStyle>
            <a:lvl1pPr indent="0" lvl="0" marL="0" marR="0" rtl="0" algn="r">
              <a:spcBef>
                <a:spcPts val="0"/>
              </a:spcBef>
              <a:spcAft>
                <a:spcPts val="0"/>
              </a:spcAft>
              <a:buClr>
                <a:schemeClr val="lt1"/>
              </a:buClr>
              <a:buSzPts val="1400"/>
              <a:buFont typeface="Galdeano"/>
              <a:buNone/>
              <a:defRPr b="0" i="0" sz="2400" u="none" cap="none" strike="noStrike">
                <a:solidFill>
                  <a:schemeClr val="lt1"/>
                </a:solidFill>
                <a:latin typeface="Galdeano"/>
                <a:ea typeface="Galdeano"/>
                <a:cs typeface="Galdeano"/>
                <a:sym typeface="Galdeano"/>
              </a:defRPr>
            </a:lvl1pPr>
            <a:lvl2pPr indent="0" lvl="1" marL="457200" marR="0" rtl="0" algn="l">
              <a:spcBef>
                <a:spcPts val="0"/>
              </a:spcBef>
              <a:spcAft>
                <a:spcPts val="0"/>
              </a:spcAft>
              <a:buClr>
                <a:schemeClr val="lt1"/>
              </a:buClr>
              <a:buSzPts val="1400"/>
              <a:buFont typeface="Galdeano"/>
              <a:buNone/>
              <a:defRPr b="0" i="0" sz="2800" u="none" cap="none" strike="noStrike">
                <a:solidFill>
                  <a:schemeClr val="lt1"/>
                </a:solidFill>
                <a:latin typeface="Galdeano"/>
                <a:ea typeface="Galdeano"/>
                <a:cs typeface="Galdeano"/>
                <a:sym typeface="Galdeano"/>
              </a:defRPr>
            </a:lvl2pPr>
            <a:lvl3pPr indent="0" lvl="2" marL="914400" marR="0" rtl="0" algn="l">
              <a:spcBef>
                <a:spcPts val="0"/>
              </a:spcBef>
              <a:spcAft>
                <a:spcPts val="0"/>
              </a:spcAft>
              <a:buClr>
                <a:schemeClr val="lt1"/>
              </a:buClr>
              <a:buSzPts val="1400"/>
              <a:buFont typeface="Galdeano"/>
              <a:buNone/>
              <a:defRPr b="0" i="0" sz="2400" u="none" cap="none" strike="noStrike">
                <a:solidFill>
                  <a:schemeClr val="lt1"/>
                </a:solidFill>
                <a:latin typeface="Galdeano"/>
                <a:ea typeface="Galdeano"/>
                <a:cs typeface="Galdeano"/>
                <a:sym typeface="Galdeano"/>
              </a:defRPr>
            </a:lvl3pPr>
            <a:lvl4pPr indent="0" lvl="3" marL="13716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4pPr>
            <a:lvl5pPr indent="0" lvl="4" marL="18288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5pPr>
            <a:lvl6pPr indent="0" lvl="5" marL="22860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6pPr>
            <a:lvl7pPr indent="0" lvl="6" marL="27432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7pPr>
            <a:lvl8pPr indent="0" lvl="7" marL="32004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8pPr>
            <a:lvl9pPr indent="0" lvl="8" marL="36576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9pPr>
          </a:lstStyle>
          <a:p/>
        </p:txBody>
      </p:sp>
      <p:sp>
        <p:nvSpPr>
          <p:cNvPr id="70" name="Google Shape;70;p10"/>
          <p:cNvSpPr txBox="1"/>
          <p:nvPr>
            <p:ph idx="1" type="body"/>
          </p:nvPr>
        </p:nvSpPr>
        <p:spPr>
          <a:xfrm>
            <a:off x="777240" y="1828800"/>
            <a:ext cx="3566160" cy="3657600"/>
          </a:xfrm>
          <a:prstGeom prst="rect">
            <a:avLst/>
          </a:prstGeom>
          <a:noFill/>
          <a:ln>
            <a:noFill/>
          </a:ln>
        </p:spPr>
        <p:txBody>
          <a:bodyPr anchorCtr="0" anchor="t" bIns="91425" lIns="91425" spcFirstLastPara="1" rIns="91425" wrap="square" tIns="91425">
            <a:noAutofit/>
          </a:bodyPr>
          <a:lstStyle>
            <a:lvl1pPr indent="-228600" lvl="0" marL="457200" rtl="0" algn="ctr">
              <a:spcBef>
                <a:spcPts val="600"/>
              </a:spcBef>
              <a:spcAft>
                <a:spcPts val="0"/>
              </a:spcAft>
              <a:buClr>
                <a:schemeClr val="lt1"/>
              </a:buClr>
              <a:buSzPts val="1400"/>
              <a:buFont typeface="Galdeano"/>
              <a:buNone/>
              <a:defRPr b="1" sz="2000">
                <a:solidFill>
                  <a:schemeClr val="lt1"/>
                </a:solidFill>
                <a:latin typeface="Galdeano"/>
                <a:ea typeface="Galdeano"/>
                <a:cs typeface="Galdeano"/>
                <a:sym typeface="Galdeano"/>
              </a:defRPr>
            </a:lvl1pPr>
            <a:lvl2pPr indent="-228600" lvl="1" marL="914400" rtl="0">
              <a:spcBef>
                <a:spcPts val="0"/>
              </a:spcBef>
              <a:spcAft>
                <a:spcPts val="0"/>
              </a:spcAft>
              <a:buSzPts val="1400"/>
              <a:buFont typeface="Galdeano"/>
              <a:buNone/>
              <a:defRPr sz="1200"/>
            </a:lvl2pPr>
            <a:lvl3pPr indent="-228600" lvl="2" marL="1371600" rtl="0">
              <a:spcBef>
                <a:spcPts val="0"/>
              </a:spcBef>
              <a:spcAft>
                <a:spcPts val="0"/>
              </a:spcAft>
              <a:buSzPts val="1400"/>
              <a:buFont typeface="Galdeano"/>
              <a:buNone/>
              <a:defRPr sz="1000"/>
            </a:lvl3pPr>
            <a:lvl4pPr indent="-228600" lvl="3" marL="1828800" rtl="0">
              <a:spcBef>
                <a:spcPts val="0"/>
              </a:spcBef>
              <a:spcAft>
                <a:spcPts val="0"/>
              </a:spcAft>
              <a:buSzPts val="1400"/>
              <a:buFont typeface="Galdeano"/>
              <a:buNone/>
              <a:defRPr sz="900"/>
            </a:lvl4pPr>
            <a:lvl5pPr indent="-228600" lvl="4" marL="2286000" rtl="0">
              <a:spcBef>
                <a:spcPts val="0"/>
              </a:spcBef>
              <a:spcAft>
                <a:spcPts val="0"/>
              </a:spcAft>
              <a:buSzPts val="1400"/>
              <a:buFont typeface="Galdeano"/>
              <a:buNone/>
              <a:defRPr sz="900"/>
            </a:lvl5pPr>
            <a:lvl6pPr indent="-228600" lvl="5" marL="2743200" rtl="0">
              <a:spcBef>
                <a:spcPts val="0"/>
              </a:spcBef>
              <a:spcAft>
                <a:spcPts val="0"/>
              </a:spcAft>
              <a:buSzPts val="1400"/>
              <a:buFont typeface="Galdeano"/>
              <a:buNone/>
              <a:defRPr sz="900"/>
            </a:lvl6pPr>
            <a:lvl7pPr indent="-228600" lvl="6" marL="3200400" rtl="0">
              <a:spcBef>
                <a:spcPts val="0"/>
              </a:spcBef>
              <a:spcAft>
                <a:spcPts val="0"/>
              </a:spcAft>
              <a:buSzPts val="1400"/>
              <a:buFont typeface="Galdeano"/>
              <a:buNone/>
              <a:defRPr sz="900"/>
            </a:lvl7pPr>
            <a:lvl8pPr indent="-228600" lvl="7" marL="3657600" rtl="0">
              <a:spcBef>
                <a:spcPts val="0"/>
              </a:spcBef>
              <a:spcAft>
                <a:spcPts val="0"/>
              </a:spcAft>
              <a:buSzPts val="1400"/>
              <a:buFont typeface="Galdeano"/>
              <a:buNone/>
              <a:defRPr sz="900"/>
            </a:lvl8pPr>
            <a:lvl9pPr indent="-228600" lvl="8" marL="4114800" rtl="0">
              <a:spcBef>
                <a:spcPts val="0"/>
              </a:spcBef>
              <a:spcAft>
                <a:spcPts val="0"/>
              </a:spcAft>
              <a:buSzPts val="1400"/>
              <a:buFont typeface="Galdeano"/>
              <a:buNone/>
              <a:defRPr sz="900"/>
            </a:lvl9pPr>
          </a:lstStyle>
          <a:p/>
        </p:txBody>
      </p:sp>
      <p:sp>
        <p:nvSpPr>
          <p:cNvPr id="71" name="Google Shape;71;p10"/>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72" name="Google Shape;72;p10"/>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73" name="Google Shape;73;p10"/>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bove Caption">
  <p:cSld name="Picture above Caption">
    <p:spTree>
      <p:nvGrpSpPr>
        <p:cNvPr id="74" name="Shape 74"/>
        <p:cNvGrpSpPr/>
        <p:nvPr/>
      </p:nvGrpSpPr>
      <p:grpSpPr>
        <a:xfrm>
          <a:off x="0" y="0"/>
          <a:ext cx="0" cy="0"/>
          <a:chOff x="0" y="0"/>
          <a:chExt cx="0" cy="0"/>
        </a:xfrm>
      </p:grpSpPr>
      <p:sp>
        <p:nvSpPr>
          <p:cNvPr id="75" name="Google Shape;75;p11"/>
          <p:cNvSpPr txBox="1"/>
          <p:nvPr>
            <p:ph type="title"/>
          </p:nvPr>
        </p:nvSpPr>
        <p:spPr>
          <a:xfrm>
            <a:off x="777240" y="3962399"/>
            <a:ext cx="7585710" cy="672353"/>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400"/>
              <a:buNone/>
              <a:defRPr b="1" sz="3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6" name="Google Shape;76;p11"/>
          <p:cNvSpPr/>
          <p:nvPr>
            <p:ph idx="2" type="pic"/>
          </p:nvPr>
        </p:nvSpPr>
        <p:spPr>
          <a:xfrm>
            <a:off x="3101957" y="457200"/>
            <a:ext cx="2940087" cy="2940087"/>
          </a:xfrm>
          <a:prstGeom prst="ellipse">
            <a:avLst/>
          </a:prstGeom>
          <a:solidFill>
            <a:srgbClr val="BFBFBF"/>
          </a:solidFill>
          <a:ln cap="flat" cmpd="sng" w="63500">
            <a:solidFill>
              <a:schemeClr val="lt1"/>
            </a:solidFill>
            <a:prstDash val="solid"/>
            <a:round/>
            <a:headEnd len="sm" w="sm" type="none"/>
            <a:tailEnd len="sm" w="sm" type="none"/>
          </a:ln>
        </p:spPr>
        <p:txBody>
          <a:bodyPr anchorCtr="0" anchor="ctr" bIns="91425" lIns="91425" spcFirstLastPara="1" rIns="91425" wrap="square" tIns="91425">
            <a:noAutofit/>
          </a:bodyPr>
          <a:lstStyle>
            <a:lvl1pPr indent="0" lvl="0" marL="0" marR="0" rtl="0" algn="l">
              <a:spcBef>
                <a:spcPts val="2000"/>
              </a:spcBef>
              <a:spcAft>
                <a:spcPts val="0"/>
              </a:spcAft>
              <a:buClr>
                <a:schemeClr val="lt1"/>
              </a:buClr>
              <a:buSzPts val="1400"/>
              <a:buFont typeface="Galdeano"/>
              <a:buNone/>
              <a:defRPr b="1" i="0" sz="2400" u="none" cap="none" strike="noStrike">
                <a:solidFill>
                  <a:schemeClr val="lt1"/>
                </a:solidFill>
                <a:latin typeface="Galdeano"/>
                <a:ea typeface="Galdeano"/>
                <a:cs typeface="Galdeano"/>
                <a:sym typeface="Galdeano"/>
              </a:defRPr>
            </a:lvl1pPr>
            <a:lvl2pPr indent="0" lvl="1" marL="457200" marR="0" rtl="0" algn="l">
              <a:spcBef>
                <a:spcPts val="0"/>
              </a:spcBef>
              <a:spcAft>
                <a:spcPts val="0"/>
              </a:spcAft>
              <a:buClr>
                <a:schemeClr val="lt1"/>
              </a:buClr>
              <a:buSzPts val="1400"/>
              <a:buFont typeface="Galdeano"/>
              <a:buNone/>
              <a:defRPr b="0" i="0" sz="2800" u="none" cap="none" strike="noStrike">
                <a:solidFill>
                  <a:schemeClr val="lt1"/>
                </a:solidFill>
                <a:latin typeface="Galdeano"/>
                <a:ea typeface="Galdeano"/>
                <a:cs typeface="Galdeano"/>
                <a:sym typeface="Galdeano"/>
              </a:defRPr>
            </a:lvl2pPr>
            <a:lvl3pPr indent="0" lvl="2" marL="914400" marR="0" rtl="0" algn="l">
              <a:spcBef>
                <a:spcPts val="0"/>
              </a:spcBef>
              <a:spcAft>
                <a:spcPts val="0"/>
              </a:spcAft>
              <a:buClr>
                <a:schemeClr val="lt1"/>
              </a:buClr>
              <a:buSzPts val="1400"/>
              <a:buFont typeface="Galdeano"/>
              <a:buNone/>
              <a:defRPr b="0" i="0" sz="2400" u="none" cap="none" strike="noStrike">
                <a:solidFill>
                  <a:schemeClr val="lt1"/>
                </a:solidFill>
                <a:latin typeface="Galdeano"/>
                <a:ea typeface="Galdeano"/>
                <a:cs typeface="Galdeano"/>
                <a:sym typeface="Galdeano"/>
              </a:defRPr>
            </a:lvl3pPr>
            <a:lvl4pPr indent="0" lvl="3" marL="13716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4pPr>
            <a:lvl5pPr indent="0" lvl="4" marL="18288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5pPr>
            <a:lvl6pPr indent="0" lvl="5" marL="22860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6pPr>
            <a:lvl7pPr indent="0" lvl="6" marL="27432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7pPr>
            <a:lvl8pPr indent="0" lvl="7" marL="32004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8pPr>
            <a:lvl9pPr indent="0" lvl="8" marL="36576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9pPr>
          </a:lstStyle>
          <a:p/>
        </p:txBody>
      </p:sp>
      <p:sp>
        <p:nvSpPr>
          <p:cNvPr id="77" name="Google Shape;77;p11"/>
          <p:cNvSpPr txBox="1"/>
          <p:nvPr>
            <p:ph idx="1" type="body"/>
          </p:nvPr>
        </p:nvSpPr>
        <p:spPr>
          <a:xfrm>
            <a:off x="777240" y="4639235"/>
            <a:ext cx="7585710" cy="1371600"/>
          </a:xfrm>
          <a:prstGeom prst="rect">
            <a:avLst/>
          </a:prstGeom>
          <a:noFill/>
          <a:ln>
            <a:noFill/>
          </a:ln>
        </p:spPr>
        <p:txBody>
          <a:bodyPr anchorCtr="0" anchor="t" bIns="91425" lIns="91425" spcFirstLastPara="1" rIns="91425" wrap="square" tIns="91425">
            <a:noAutofit/>
          </a:bodyPr>
          <a:lstStyle>
            <a:lvl1pPr indent="-228600" lvl="0" marL="457200" rtl="0" algn="ctr">
              <a:spcBef>
                <a:spcPts val="0"/>
              </a:spcBef>
              <a:spcAft>
                <a:spcPts val="0"/>
              </a:spcAft>
              <a:buClr>
                <a:schemeClr val="lt1"/>
              </a:buClr>
              <a:buSzPts val="1400"/>
              <a:buFont typeface="Galdeano"/>
              <a:buNone/>
              <a:defRPr b="1" sz="2000">
                <a:solidFill>
                  <a:schemeClr val="lt1"/>
                </a:solidFill>
                <a:latin typeface="Galdeano"/>
                <a:ea typeface="Galdeano"/>
                <a:cs typeface="Galdeano"/>
                <a:sym typeface="Galdeano"/>
              </a:defRPr>
            </a:lvl1pPr>
            <a:lvl2pPr indent="-228600" lvl="1" marL="914400" rtl="0">
              <a:spcBef>
                <a:spcPts val="0"/>
              </a:spcBef>
              <a:spcAft>
                <a:spcPts val="0"/>
              </a:spcAft>
              <a:buSzPts val="1400"/>
              <a:buFont typeface="Galdeano"/>
              <a:buNone/>
              <a:defRPr sz="1200"/>
            </a:lvl2pPr>
            <a:lvl3pPr indent="-228600" lvl="2" marL="1371600" rtl="0">
              <a:spcBef>
                <a:spcPts val="0"/>
              </a:spcBef>
              <a:spcAft>
                <a:spcPts val="0"/>
              </a:spcAft>
              <a:buSzPts val="1400"/>
              <a:buFont typeface="Galdeano"/>
              <a:buNone/>
              <a:defRPr sz="1000"/>
            </a:lvl3pPr>
            <a:lvl4pPr indent="-228600" lvl="3" marL="1828800" rtl="0">
              <a:spcBef>
                <a:spcPts val="0"/>
              </a:spcBef>
              <a:spcAft>
                <a:spcPts val="0"/>
              </a:spcAft>
              <a:buSzPts val="1400"/>
              <a:buFont typeface="Galdeano"/>
              <a:buNone/>
              <a:defRPr sz="900"/>
            </a:lvl4pPr>
            <a:lvl5pPr indent="-228600" lvl="4" marL="2286000" rtl="0">
              <a:spcBef>
                <a:spcPts val="0"/>
              </a:spcBef>
              <a:spcAft>
                <a:spcPts val="0"/>
              </a:spcAft>
              <a:buSzPts val="1400"/>
              <a:buFont typeface="Galdeano"/>
              <a:buNone/>
              <a:defRPr sz="900"/>
            </a:lvl5pPr>
            <a:lvl6pPr indent="-228600" lvl="5" marL="2743200" rtl="0">
              <a:spcBef>
                <a:spcPts val="0"/>
              </a:spcBef>
              <a:spcAft>
                <a:spcPts val="0"/>
              </a:spcAft>
              <a:buSzPts val="1400"/>
              <a:buFont typeface="Galdeano"/>
              <a:buNone/>
              <a:defRPr sz="900"/>
            </a:lvl6pPr>
            <a:lvl7pPr indent="-228600" lvl="6" marL="3200400" rtl="0">
              <a:spcBef>
                <a:spcPts val="0"/>
              </a:spcBef>
              <a:spcAft>
                <a:spcPts val="0"/>
              </a:spcAft>
              <a:buSzPts val="1400"/>
              <a:buFont typeface="Galdeano"/>
              <a:buNone/>
              <a:defRPr sz="900"/>
            </a:lvl7pPr>
            <a:lvl8pPr indent="-228600" lvl="7" marL="3657600" rtl="0">
              <a:spcBef>
                <a:spcPts val="0"/>
              </a:spcBef>
              <a:spcAft>
                <a:spcPts val="0"/>
              </a:spcAft>
              <a:buSzPts val="1400"/>
              <a:buFont typeface="Galdeano"/>
              <a:buNone/>
              <a:defRPr sz="900"/>
            </a:lvl8pPr>
            <a:lvl9pPr indent="-228600" lvl="8" marL="4114800" rtl="0">
              <a:spcBef>
                <a:spcPts val="0"/>
              </a:spcBef>
              <a:spcAft>
                <a:spcPts val="0"/>
              </a:spcAft>
              <a:buSzPts val="1400"/>
              <a:buFont typeface="Galdeano"/>
              <a:buNone/>
              <a:defRPr sz="900"/>
            </a:lvl9pPr>
          </a:lstStyle>
          <a:p/>
        </p:txBody>
      </p:sp>
      <p:sp>
        <p:nvSpPr>
          <p:cNvPr id="78" name="Google Shape;78;p11"/>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79" name="Google Shape;79;p11"/>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80" name="Google Shape;80;p11"/>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2"/>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83" name="Google Shape;83;p12"/>
          <p:cNvSpPr txBox="1"/>
          <p:nvPr>
            <p:ph idx="1" type="body"/>
          </p:nvPr>
        </p:nvSpPr>
        <p:spPr>
          <a:xfrm rot="5400000">
            <a:off x="2593695" y="68355"/>
            <a:ext cx="3953436" cy="7581901"/>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4" name="Google Shape;84;p12"/>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85" name="Google Shape;85;p12"/>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86" name="Google Shape;86;p12"/>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13"/>
          <p:cNvSpPr txBox="1"/>
          <p:nvPr>
            <p:ph type="title"/>
          </p:nvPr>
        </p:nvSpPr>
        <p:spPr>
          <a:xfrm rot="5400000">
            <a:off x="5186083" y="2250142"/>
            <a:ext cx="5607424" cy="1940859"/>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89" name="Google Shape;89;p13"/>
          <p:cNvSpPr txBox="1"/>
          <p:nvPr>
            <p:ph idx="1" type="body"/>
          </p:nvPr>
        </p:nvSpPr>
        <p:spPr>
          <a:xfrm rot="5400000">
            <a:off x="1088022" y="146729"/>
            <a:ext cx="5610268" cy="6144839"/>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90" name="Google Shape;90;p13"/>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91" name="Google Shape;91;p13"/>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92" name="Google Shape;92;p13"/>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jp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pic>
        <p:nvPicPr>
          <p:cNvPr id="10" name="Google Shape;10;p1"/>
          <p:cNvPicPr preferRelativeResize="0"/>
          <p:nvPr/>
        </p:nvPicPr>
        <p:blipFill>
          <a:blip r:embed="rId2">
            <a:alphaModFix/>
          </a:blip>
          <a:stretch>
            <a:fillRect/>
          </a:stretch>
        </p:blipFill>
        <p:spPr>
          <a:xfrm>
            <a:off x="0" y="0"/>
            <a:ext cx="9144000" cy="6858000"/>
          </a:xfrm>
          <a:prstGeom prst="rect">
            <a:avLst/>
          </a:prstGeom>
          <a:noFill/>
          <a:ln>
            <a:noFill/>
          </a:ln>
        </p:spPr>
      </p:pic>
      <p:sp>
        <p:nvSpPr>
          <p:cNvPr id="11" name="Google Shape;11;p1"/>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lt1"/>
              </a:buClr>
              <a:buSzPts val="1400"/>
              <a:buFont typeface="Galdeano"/>
              <a:buNone/>
              <a:defRPr b="1" i="0" sz="5600" u="none" cap="none" strike="noStrike">
                <a:solidFill>
                  <a:schemeClr val="lt1"/>
                </a:solidFill>
                <a:latin typeface="Galdeano"/>
                <a:ea typeface="Galdeano"/>
                <a:cs typeface="Galdeano"/>
                <a:sym typeface="Galdeano"/>
              </a:defRPr>
            </a:lvl1pPr>
            <a:lvl2pPr indent="-88900" lvl="1" marL="0" marR="0" rtl="0" algn="l">
              <a:spcBef>
                <a:spcPts val="0"/>
              </a:spcBef>
              <a:spcAft>
                <a:spcPts val="0"/>
              </a:spcAft>
              <a:buSzPts val="1400"/>
              <a:buChar char="○"/>
              <a:defRPr/>
            </a:lvl2pPr>
            <a:lvl3pPr indent="-88900" lvl="2" marL="0" marR="0" rtl="0" algn="l">
              <a:spcBef>
                <a:spcPts val="0"/>
              </a:spcBef>
              <a:spcAft>
                <a:spcPts val="0"/>
              </a:spcAft>
              <a:buSzPts val="1400"/>
              <a:buChar char="■"/>
              <a:defRPr/>
            </a:lvl3pPr>
            <a:lvl4pPr indent="-88900" lvl="3" marL="0" marR="0" rtl="0" algn="l">
              <a:spcBef>
                <a:spcPts val="0"/>
              </a:spcBef>
              <a:spcAft>
                <a:spcPts val="0"/>
              </a:spcAft>
              <a:buSzPts val="1400"/>
              <a:buChar char="●"/>
              <a:defRPr/>
            </a:lvl4pPr>
            <a:lvl5pPr indent="-88900" lvl="4" marL="0" marR="0" rtl="0" algn="l">
              <a:spcBef>
                <a:spcPts val="0"/>
              </a:spcBef>
              <a:spcAft>
                <a:spcPts val="0"/>
              </a:spcAft>
              <a:buSzPts val="1400"/>
              <a:buChar char="○"/>
              <a:defRPr/>
            </a:lvl5pPr>
            <a:lvl6pPr indent="-88900" lvl="5" marL="0" marR="0" rtl="0" algn="l">
              <a:spcBef>
                <a:spcPts val="0"/>
              </a:spcBef>
              <a:spcAft>
                <a:spcPts val="0"/>
              </a:spcAft>
              <a:buSzPts val="1400"/>
              <a:buChar char="■"/>
              <a:defRPr/>
            </a:lvl6pPr>
            <a:lvl7pPr indent="-88900" lvl="6" marL="0" marR="0" rtl="0" algn="l">
              <a:spcBef>
                <a:spcPts val="0"/>
              </a:spcBef>
              <a:spcAft>
                <a:spcPts val="0"/>
              </a:spcAft>
              <a:buSzPts val="1400"/>
              <a:buChar char="●"/>
              <a:defRPr/>
            </a:lvl7pPr>
            <a:lvl8pPr indent="-88900" lvl="7" marL="0" marR="0" rtl="0" algn="l">
              <a:spcBef>
                <a:spcPts val="0"/>
              </a:spcBef>
              <a:spcAft>
                <a:spcPts val="0"/>
              </a:spcAft>
              <a:buSzPts val="1400"/>
              <a:buChar char="○"/>
              <a:defRPr/>
            </a:lvl8pPr>
            <a:lvl9pPr indent="-88900" lvl="8" marL="0" marR="0" rtl="0" algn="l">
              <a:spcBef>
                <a:spcPts val="0"/>
              </a:spcBef>
              <a:spcAft>
                <a:spcPts val="0"/>
              </a:spcAft>
              <a:buSzPts val="1400"/>
              <a:buChar char="■"/>
              <a:defRPr/>
            </a:lvl9pPr>
          </a:lstStyle>
          <a:p/>
        </p:txBody>
      </p:sp>
      <p:sp>
        <p:nvSpPr>
          <p:cNvPr id="12" name="Google Shape;12;p1"/>
          <p:cNvSpPr txBox="1"/>
          <p:nvPr>
            <p:ph idx="1" type="body"/>
          </p:nvPr>
        </p:nvSpPr>
        <p:spPr>
          <a:xfrm>
            <a:off x="779462" y="1882588"/>
            <a:ext cx="7581901" cy="3953436"/>
          </a:xfrm>
          <a:prstGeom prst="rect">
            <a:avLst/>
          </a:prstGeom>
          <a:noFill/>
          <a:ln>
            <a:noFill/>
          </a:ln>
        </p:spPr>
        <p:txBody>
          <a:bodyPr anchorCtr="0" anchor="t" bIns="91425" lIns="91425" spcFirstLastPara="1" rIns="91425" wrap="square" tIns="91425">
            <a:noAutofit/>
          </a:bodyPr>
          <a:lstStyle>
            <a:lvl1pPr indent="-317500" lvl="0" marL="457200" marR="0" rtl="0" algn="l">
              <a:spcBef>
                <a:spcPts val="2000"/>
              </a:spcBef>
              <a:spcAft>
                <a:spcPts val="0"/>
              </a:spcAft>
              <a:buClr>
                <a:schemeClr val="lt1"/>
              </a:buClr>
              <a:buSzPts val="1400"/>
              <a:buFont typeface="Galdeano"/>
              <a:buChar char="•"/>
              <a:defRPr b="1" i="0" sz="2400" u="none" cap="none" strike="noStrike">
                <a:solidFill>
                  <a:schemeClr val="lt1"/>
                </a:solidFill>
                <a:latin typeface="Galdeano"/>
                <a:ea typeface="Galdeano"/>
                <a:cs typeface="Galdeano"/>
                <a:sym typeface="Galdeano"/>
              </a:defRPr>
            </a:lvl1pPr>
            <a:lvl2pPr indent="-317500" lvl="1" marL="914400" marR="0" rtl="0" algn="l">
              <a:spcBef>
                <a:spcPts val="0"/>
              </a:spcBef>
              <a:spcAft>
                <a:spcPts val="0"/>
              </a:spcAft>
              <a:buClr>
                <a:schemeClr val="lt1"/>
              </a:buClr>
              <a:buSzPts val="1400"/>
              <a:buFont typeface="Galdeano"/>
              <a:buChar char="•"/>
              <a:defRPr b="1" i="0" sz="2200" u="none" cap="none" strike="noStrike">
                <a:solidFill>
                  <a:schemeClr val="lt1"/>
                </a:solidFill>
                <a:latin typeface="Galdeano"/>
                <a:ea typeface="Galdeano"/>
                <a:cs typeface="Galdeano"/>
                <a:sym typeface="Galdeano"/>
              </a:defRPr>
            </a:lvl2pPr>
            <a:lvl3pPr indent="-317500" lvl="2" marL="1371600" marR="0" rtl="0" algn="l">
              <a:spcBef>
                <a:spcPts val="0"/>
              </a:spcBef>
              <a:spcAft>
                <a:spcPts val="0"/>
              </a:spcAft>
              <a:buClr>
                <a:schemeClr val="lt1"/>
              </a:buClr>
              <a:buSzPts val="1400"/>
              <a:buFont typeface="Galdeano"/>
              <a:buChar char="•"/>
              <a:defRPr b="1" i="0" sz="2000" u="none" cap="none" strike="noStrike">
                <a:solidFill>
                  <a:schemeClr val="lt1"/>
                </a:solidFill>
                <a:latin typeface="Galdeano"/>
                <a:ea typeface="Galdeano"/>
                <a:cs typeface="Galdeano"/>
                <a:sym typeface="Galdeano"/>
              </a:defRPr>
            </a:lvl3pPr>
            <a:lvl4pPr indent="-317500" lvl="3" marL="18288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4pPr>
            <a:lvl5pPr indent="-317500" lvl="4" marL="22860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5pPr>
            <a:lvl6pPr indent="-317500" lvl="5" marL="27432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6pPr>
            <a:lvl7pPr indent="-317500" lvl="6" marL="32004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7pPr>
            <a:lvl8pPr indent="-317500" lvl="7" marL="36576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8pPr>
            <a:lvl9pPr indent="-317500" lvl="8" marL="41148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9pPr>
          </a:lstStyle>
          <a:p/>
        </p:txBody>
      </p:sp>
      <p:sp>
        <p:nvSpPr>
          <p:cNvPr id="13" name="Google Shape;13;p1"/>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14" name="Google Shape;14;p1"/>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15" name="Google Shape;15;p1"/>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4.jpg"/><Relationship Id="rId5"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www.youtube.com/watch?v=s4ZkOmbavgs%23t=11" TargetMode="External"/><Relationship Id="rId4" Type="http://schemas.openxmlformats.org/officeDocument/2006/relationships/hyperlink" Target="http://www.youtube.com/watch?v=s4ZkOmbavgs%23t=1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www.youtube.com/watch?v=BraU_cpfBeI"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www.youtube.com/watch?v=BraU_cpfBeI"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jpg"/><Relationship Id="rId4" Type="http://schemas.openxmlformats.org/officeDocument/2006/relationships/image" Target="../media/image8.jpg"/><Relationship Id="rId5" Type="http://schemas.openxmlformats.org/officeDocument/2006/relationships/image" Target="../media/image10.jp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www.youtube.com/watch?v=mn-zvymlSv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www.youtube.com/watch?v=ukrDPyPPYnE" TargetMode="External"/><Relationship Id="rId4" Type="http://schemas.openxmlformats.org/officeDocument/2006/relationships/hyperlink" Target="http://alpha.zooburst.com/index.php?viewbook=21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hyperlink" Target="http://www.youtube.com/watch?v=uVDxMr-47kU"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www.youtube.com/watch?v=XtJ1ZrPu-0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www.youtube.com/watch?v=iaaHcH9nQmI"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ctrTitle"/>
          </p:nvPr>
        </p:nvSpPr>
        <p:spPr>
          <a:xfrm>
            <a:off x="896176" y="4343766"/>
            <a:ext cx="7542212" cy="1013012"/>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008DF3"/>
              </a:buClr>
              <a:buFont typeface="Times New Roman"/>
              <a:buNone/>
            </a:pPr>
            <a:r>
              <a:rPr b="1" i="0" lang="en-US" sz="5600" u="none" cap="none" strike="noStrike">
                <a:solidFill>
                  <a:srgbClr val="008DF3"/>
                </a:solidFill>
                <a:latin typeface="Times New Roman"/>
                <a:ea typeface="Times New Roman"/>
                <a:cs typeface="Times New Roman"/>
                <a:sym typeface="Times New Roman"/>
              </a:rPr>
              <a:t>Applied Perception</a:t>
            </a:r>
            <a:endParaRPr b="0" i="0" sz="1800" u="none" cap="none" strike="noStrike">
              <a:solidFill>
                <a:srgbClr val="008DF3"/>
              </a:solidFill>
              <a:latin typeface="Times New Roman"/>
              <a:ea typeface="Times New Roman"/>
              <a:cs typeface="Times New Roman"/>
              <a:sym typeface="Times New Roman"/>
            </a:endParaRPr>
          </a:p>
        </p:txBody>
      </p:sp>
      <p:sp>
        <p:nvSpPr>
          <p:cNvPr id="99" name="Google Shape;99;p14"/>
          <p:cNvSpPr txBox="1"/>
          <p:nvPr>
            <p:ph idx="1" type="subTitle"/>
          </p:nvPr>
        </p:nvSpPr>
        <p:spPr>
          <a:xfrm>
            <a:off x="820738" y="5230906"/>
            <a:ext cx="7542212" cy="1030942"/>
          </a:xfrm>
          <a:prstGeom prst="rect">
            <a:avLst/>
          </a:prstGeom>
          <a:noFill/>
          <a:ln>
            <a:noFill/>
          </a:ln>
        </p:spPr>
        <p:txBody>
          <a:bodyPr anchorCtr="0" anchor="t" bIns="45700" lIns="91425" spcFirstLastPara="1" rIns="91425" wrap="square" tIns="45700">
            <a:noAutofit/>
          </a:bodyPr>
          <a:lstStyle/>
          <a:p>
            <a:pPr indent="0" lvl="0" marL="0" marR="0" rtl="0" algn="ctr">
              <a:spcBef>
                <a:spcPts val="7"/>
              </a:spcBef>
              <a:spcAft>
                <a:spcPts val="0"/>
              </a:spcAft>
              <a:buClr>
                <a:schemeClr val="lt1"/>
              </a:buClr>
              <a:buFont typeface="Galdeano"/>
              <a:buNone/>
            </a:pPr>
            <a:r>
              <a:rPr b="1" i="0" lang="en-US" sz="2400" u="none" cap="none" strike="noStrike">
                <a:solidFill>
                  <a:schemeClr val="lt1"/>
                </a:solidFill>
                <a:latin typeface="Galdeano"/>
                <a:ea typeface="Galdeano"/>
                <a:cs typeface="Galdeano"/>
                <a:sym typeface="Galdeano"/>
              </a:rPr>
              <a:t>By Piter Garcia</a:t>
            </a:r>
            <a:endParaRPr b="0" i="0" sz="1800" u="none" cap="none" strike="noStrike">
              <a:solidFill>
                <a:schemeClr val="lt1"/>
              </a:solidFill>
              <a:latin typeface="Galdeano"/>
              <a:ea typeface="Galdeano"/>
              <a:cs typeface="Galdeano"/>
              <a:sym typeface="Galdeano"/>
            </a:endParaRPr>
          </a:p>
        </p:txBody>
      </p:sp>
      <p:sp>
        <p:nvSpPr>
          <p:cNvPr id="100" name="Google Shape;100;p14"/>
          <p:cNvSpPr/>
          <p:nvPr/>
        </p:nvSpPr>
        <p:spPr>
          <a:xfrm>
            <a:off x="1710560" y="1923961"/>
            <a:ext cx="5873761" cy="199189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5400" u="none" cap="none" strike="noStrike">
                <a:solidFill>
                  <a:srgbClr val="FFFFFF"/>
                </a:solidFill>
                <a:latin typeface="Galdeano"/>
                <a:ea typeface="Galdeano"/>
                <a:cs typeface="Galdeano"/>
                <a:sym typeface="Galdeano"/>
              </a:rPr>
              <a:t>Augmented Reality</a:t>
            </a:r>
            <a:endParaRPr b="1" i="0" sz="5400" u="none" cap="none" strike="noStrike">
              <a:solidFill>
                <a:srgbClr val="FFFFFF"/>
              </a:solidFill>
              <a:latin typeface="Galdeano"/>
              <a:ea typeface="Galdeano"/>
              <a:cs typeface="Galdeano"/>
              <a:sym typeface="Galdeano"/>
            </a:endParaRPr>
          </a:p>
        </p:txBody>
      </p:sp>
      <p:sp>
        <p:nvSpPr>
          <p:cNvPr id="101" name="Google Shape;101;p14"/>
          <p:cNvSpPr txBox="1"/>
          <p:nvPr/>
        </p:nvSpPr>
        <p:spPr>
          <a:xfrm>
            <a:off x="10360476" y="2665865"/>
            <a:ext cx="184666" cy="3693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4"/>
          <p:cNvSpPr txBox="1"/>
          <p:nvPr/>
        </p:nvSpPr>
        <p:spPr>
          <a:xfrm>
            <a:off x="11289681" y="4412723"/>
            <a:ext cx="184666" cy="3693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p:nvPr/>
        </p:nvSpPr>
        <p:spPr>
          <a:xfrm>
            <a:off x="3419693" y="91527"/>
            <a:ext cx="2313504" cy="943112"/>
          </a:xfrm>
          <a:prstGeom prst="flowChartProcess">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Augmented Reality</a:t>
            </a:r>
            <a:endParaRPr b="1" i="0" sz="1800" u="none" cap="none" strike="noStrike">
              <a:solidFill>
                <a:schemeClr val="dk1"/>
              </a:solidFill>
              <a:latin typeface="Times New Roman"/>
              <a:ea typeface="Times New Roman"/>
              <a:cs typeface="Times New Roman"/>
              <a:sym typeface="Times New Roman"/>
            </a:endParaRPr>
          </a:p>
        </p:txBody>
      </p:sp>
      <p:sp>
        <p:nvSpPr>
          <p:cNvPr id="108" name="Google Shape;108;p15"/>
          <p:cNvSpPr/>
          <p:nvPr/>
        </p:nvSpPr>
        <p:spPr>
          <a:xfrm>
            <a:off x="761092" y="1298687"/>
            <a:ext cx="2062036" cy="779639"/>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Architecture</a:t>
            </a:r>
            <a:endParaRPr b="1" i="0" sz="1800" u="none" cap="none" strike="noStrike">
              <a:solidFill>
                <a:srgbClr val="000000"/>
              </a:solidFill>
              <a:latin typeface="Times New Roman"/>
              <a:ea typeface="Times New Roman"/>
              <a:cs typeface="Times New Roman"/>
              <a:sym typeface="Times New Roman"/>
            </a:endParaRPr>
          </a:p>
        </p:txBody>
      </p:sp>
      <p:sp>
        <p:nvSpPr>
          <p:cNvPr id="109" name="Google Shape;109;p15"/>
          <p:cNvSpPr/>
          <p:nvPr/>
        </p:nvSpPr>
        <p:spPr>
          <a:xfrm>
            <a:off x="3545427" y="1380445"/>
            <a:ext cx="2062036" cy="779639"/>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Education</a:t>
            </a:r>
            <a:endParaRPr b="1" i="0" sz="1800" u="none" cap="none" strike="noStrike">
              <a:solidFill>
                <a:srgbClr val="000000"/>
              </a:solidFill>
              <a:latin typeface="Times New Roman"/>
              <a:ea typeface="Times New Roman"/>
              <a:cs typeface="Times New Roman"/>
              <a:sym typeface="Times New Roman"/>
            </a:endParaRPr>
          </a:p>
        </p:txBody>
      </p:sp>
      <p:sp>
        <p:nvSpPr>
          <p:cNvPr id="110" name="Google Shape;110;p15"/>
          <p:cNvSpPr/>
          <p:nvPr/>
        </p:nvSpPr>
        <p:spPr>
          <a:xfrm>
            <a:off x="6362688" y="1298687"/>
            <a:ext cx="2062036" cy="779639"/>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Activities</a:t>
            </a:r>
            <a:endParaRPr b="1" i="0" sz="1800" u="none" cap="none" strike="noStrike">
              <a:solidFill>
                <a:srgbClr val="000000"/>
              </a:solidFill>
              <a:latin typeface="Times New Roman"/>
              <a:ea typeface="Times New Roman"/>
              <a:cs typeface="Times New Roman"/>
              <a:sym typeface="Times New Roman"/>
            </a:endParaRPr>
          </a:p>
        </p:txBody>
      </p:sp>
      <p:sp>
        <p:nvSpPr>
          <p:cNvPr id="111" name="Google Shape;111;p15"/>
          <p:cNvSpPr/>
          <p:nvPr/>
        </p:nvSpPr>
        <p:spPr>
          <a:xfrm>
            <a:off x="3545427" y="2655150"/>
            <a:ext cx="2062036" cy="1106585"/>
          </a:xfrm>
          <a:prstGeom prst="flowChartPreparation">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Applied Perception</a:t>
            </a:r>
            <a:endParaRPr b="1" i="0" sz="1800" u="none" cap="none" strike="noStrike">
              <a:solidFill>
                <a:srgbClr val="000000"/>
              </a:solidFill>
              <a:latin typeface="Times New Roman"/>
              <a:ea typeface="Times New Roman"/>
              <a:cs typeface="Times New Roman"/>
              <a:sym typeface="Times New Roman"/>
            </a:endParaRPr>
          </a:p>
        </p:txBody>
      </p:sp>
      <p:cxnSp>
        <p:nvCxnSpPr>
          <p:cNvPr id="112" name="Google Shape;112;p15"/>
          <p:cNvCxnSpPr>
            <a:stCxn id="107" idx="2"/>
            <a:endCxn id="109" idx="0"/>
          </p:cNvCxnSpPr>
          <p:nvPr/>
        </p:nvCxnSpPr>
        <p:spPr>
          <a:xfrm>
            <a:off x="4576445" y="1034639"/>
            <a:ext cx="0" cy="345900"/>
          </a:xfrm>
          <a:prstGeom prst="straightConnector1">
            <a:avLst/>
          </a:prstGeom>
          <a:noFill/>
          <a:ln cap="flat" cmpd="sng" w="9525">
            <a:solidFill>
              <a:srgbClr val="3366FF"/>
            </a:solidFill>
            <a:prstDash val="solid"/>
            <a:round/>
            <a:headEnd len="sm" w="sm" type="none"/>
            <a:tailEnd len="med" w="med" type="stealth"/>
          </a:ln>
        </p:spPr>
      </p:cxnSp>
      <p:cxnSp>
        <p:nvCxnSpPr>
          <p:cNvPr id="113" name="Google Shape;113;p15"/>
          <p:cNvCxnSpPr>
            <a:stCxn id="109" idx="2"/>
            <a:endCxn id="111" idx="0"/>
          </p:cNvCxnSpPr>
          <p:nvPr/>
        </p:nvCxnSpPr>
        <p:spPr>
          <a:xfrm>
            <a:off x="4576445" y="2160084"/>
            <a:ext cx="0" cy="495000"/>
          </a:xfrm>
          <a:prstGeom prst="straightConnector1">
            <a:avLst/>
          </a:prstGeom>
          <a:noFill/>
          <a:ln cap="flat" cmpd="sng" w="9525">
            <a:solidFill>
              <a:srgbClr val="3366FF"/>
            </a:solidFill>
            <a:prstDash val="solid"/>
            <a:round/>
            <a:headEnd len="sm" w="sm" type="none"/>
            <a:tailEnd len="med" w="med" type="stealth"/>
          </a:ln>
        </p:spPr>
      </p:cxnSp>
      <p:cxnSp>
        <p:nvCxnSpPr>
          <p:cNvPr id="114" name="Google Shape;114;p15"/>
          <p:cNvCxnSpPr>
            <a:stCxn id="107" idx="1"/>
            <a:endCxn id="108" idx="0"/>
          </p:cNvCxnSpPr>
          <p:nvPr/>
        </p:nvCxnSpPr>
        <p:spPr>
          <a:xfrm flipH="1">
            <a:off x="1792193" y="563083"/>
            <a:ext cx="1627500" cy="735600"/>
          </a:xfrm>
          <a:prstGeom prst="straightConnector1">
            <a:avLst/>
          </a:prstGeom>
          <a:noFill/>
          <a:ln cap="flat" cmpd="sng" w="9525">
            <a:solidFill>
              <a:srgbClr val="3366FF"/>
            </a:solidFill>
            <a:prstDash val="solid"/>
            <a:round/>
            <a:headEnd len="sm" w="sm" type="none"/>
            <a:tailEnd len="med" w="med" type="stealth"/>
          </a:ln>
        </p:spPr>
      </p:cxnSp>
      <p:cxnSp>
        <p:nvCxnSpPr>
          <p:cNvPr id="115" name="Google Shape;115;p15"/>
          <p:cNvCxnSpPr>
            <a:stCxn id="107" idx="3"/>
            <a:endCxn id="110" idx="0"/>
          </p:cNvCxnSpPr>
          <p:nvPr/>
        </p:nvCxnSpPr>
        <p:spPr>
          <a:xfrm>
            <a:off x="5733197" y="563083"/>
            <a:ext cx="1660500" cy="735600"/>
          </a:xfrm>
          <a:prstGeom prst="straightConnector1">
            <a:avLst/>
          </a:prstGeom>
          <a:noFill/>
          <a:ln cap="flat" cmpd="sng" w="9525">
            <a:solidFill>
              <a:srgbClr val="3366FF"/>
            </a:solidFill>
            <a:prstDash val="solid"/>
            <a:round/>
            <a:headEnd len="sm" w="sm" type="none"/>
            <a:tailEnd len="med" w="med" type="stealth"/>
          </a:ln>
        </p:spPr>
      </p:cxnSp>
      <p:cxnSp>
        <p:nvCxnSpPr>
          <p:cNvPr id="116" name="Google Shape;116;p15"/>
          <p:cNvCxnSpPr>
            <a:stCxn id="108" idx="2"/>
            <a:endCxn id="111" idx="1"/>
          </p:cNvCxnSpPr>
          <p:nvPr/>
        </p:nvCxnSpPr>
        <p:spPr>
          <a:xfrm>
            <a:off x="1792110" y="2078326"/>
            <a:ext cx="1753200" cy="1130100"/>
          </a:xfrm>
          <a:prstGeom prst="straightConnector1">
            <a:avLst/>
          </a:prstGeom>
          <a:noFill/>
          <a:ln cap="flat" cmpd="sng" w="9525">
            <a:solidFill>
              <a:srgbClr val="3366FF"/>
            </a:solidFill>
            <a:prstDash val="solid"/>
            <a:round/>
            <a:headEnd len="sm" w="sm" type="none"/>
            <a:tailEnd len="med" w="med" type="stealth"/>
          </a:ln>
        </p:spPr>
      </p:cxnSp>
      <p:cxnSp>
        <p:nvCxnSpPr>
          <p:cNvPr id="117" name="Google Shape;117;p15"/>
          <p:cNvCxnSpPr>
            <a:stCxn id="110" idx="2"/>
            <a:endCxn id="111" idx="3"/>
          </p:cNvCxnSpPr>
          <p:nvPr/>
        </p:nvCxnSpPr>
        <p:spPr>
          <a:xfrm flipH="1">
            <a:off x="5607506" y="2078326"/>
            <a:ext cx="1786200" cy="1130100"/>
          </a:xfrm>
          <a:prstGeom prst="straightConnector1">
            <a:avLst/>
          </a:prstGeom>
          <a:noFill/>
          <a:ln cap="flat" cmpd="sng" w="9525">
            <a:solidFill>
              <a:srgbClr val="3366FF"/>
            </a:solidFill>
            <a:prstDash val="solid"/>
            <a:round/>
            <a:headEnd len="sm" w="sm" type="none"/>
            <a:tailEnd len="med" w="med" type="stealth"/>
          </a:ln>
        </p:spPr>
      </p:cxnSp>
      <p:sp>
        <p:nvSpPr>
          <p:cNvPr id="118" name="Google Shape;118;p15"/>
          <p:cNvSpPr/>
          <p:nvPr/>
        </p:nvSpPr>
        <p:spPr>
          <a:xfrm>
            <a:off x="3545427" y="4442089"/>
            <a:ext cx="2062036" cy="892813"/>
          </a:xfrm>
          <a:prstGeom prst="flowChartProcess">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Imitative Art</a:t>
            </a:r>
            <a:endParaRPr b="1" i="0" sz="1800" u="none" cap="none" strike="noStrike">
              <a:solidFill>
                <a:srgbClr val="000000"/>
              </a:solidFill>
              <a:latin typeface="Times New Roman"/>
              <a:ea typeface="Times New Roman"/>
              <a:cs typeface="Times New Roman"/>
              <a:sym typeface="Times New Roman"/>
            </a:endParaRPr>
          </a:p>
        </p:txBody>
      </p:sp>
      <p:cxnSp>
        <p:nvCxnSpPr>
          <p:cNvPr id="119" name="Google Shape;119;p15"/>
          <p:cNvCxnSpPr>
            <a:stCxn id="111" idx="2"/>
            <a:endCxn id="118" idx="0"/>
          </p:cNvCxnSpPr>
          <p:nvPr/>
        </p:nvCxnSpPr>
        <p:spPr>
          <a:xfrm>
            <a:off x="4576445" y="3761735"/>
            <a:ext cx="0" cy="680400"/>
          </a:xfrm>
          <a:prstGeom prst="straightConnector1">
            <a:avLst/>
          </a:prstGeom>
          <a:noFill/>
          <a:ln cap="flat" cmpd="sng" w="9525">
            <a:solidFill>
              <a:srgbClr val="3366FF"/>
            </a:solidFill>
            <a:prstDash val="solid"/>
            <a:round/>
            <a:headEnd len="sm" w="sm" type="none"/>
            <a:tailEnd len="med" w="med" type="stealth"/>
          </a:ln>
        </p:spPr>
      </p:cxnSp>
      <p:cxnSp>
        <p:nvCxnSpPr>
          <p:cNvPr id="120" name="Google Shape;120;p15"/>
          <p:cNvCxnSpPr>
            <a:stCxn id="118" idx="1"/>
            <a:endCxn id="121" idx="3"/>
          </p:cNvCxnSpPr>
          <p:nvPr/>
        </p:nvCxnSpPr>
        <p:spPr>
          <a:xfrm rot="10800000">
            <a:off x="2102427" y="4276796"/>
            <a:ext cx="1443000" cy="611700"/>
          </a:xfrm>
          <a:prstGeom prst="straightConnector1">
            <a:avLst/>
          </a:prstGeom>
          <a:noFill/>
          <a:ln cap="flat" cmpd="sng" w="9525">
            <a:solidFill>
              <a:srgbClr val="3366FF"/>
            </a:solidFill>
            <a:prstDash val="solid"/>
            <a:round/>
            <a:headEnd len="sm" w="sm" type="none"/>
            <a:tailEnd len="med" w="med" type="stealth"/>
          </a:ln>
        </p:spPr>
      </p:cxnSp>
      <p:cxnSp>
        <p:nvCxnSpPr>
          <p:cNvPr id="122" name="Google Shape;122;p15"/>
          <p:cNvCxnSpPr>
            <a:stCxn id="118" idx="3"/>
            <a:endCxn id="123" idx="1"/>
          </p:cNvCxnSpPr>
          <p:nvPr/>
        </p:nvCxnSpPr>
        <p:spPr>
          <a:xfrm flipH="1" rot="10800000">
            <a:off x="5607463" y="4322096"/>
            <a:ext cx="1461300" cy="566400"/>
          </a:xfrm>
          <a:prstGeom prst="straightConnector1">
            <a:avLst/>
          </a:prstGeom>
          <a:noFill/>
          <a:ln cap="flat" cmpd="sng" w="9525">
            <a:solidFill>
              <a:srgbClr val="3366FF"/>
            </a:solidFill>
            <a:prstDash val="solid"/>
            <a:round/>
            <a:headEnd len="sm" w="sm" type="none"/>
            <a:tailEnd len="med" w="med" type="stealth"/>
          </a:ln>
        </p:spPr>
      </p:cxnSp>
      <p:sp>
        <p:nvSpPr>
          <p:cNvPr id="121" name="Google Shape;121;p15"/>
          <p:cNvSpPr/>
          <p:nvPr/>
        </p:nvSpPr>
        <p:spPr>
          <a:xfrm>
            <a:off x="761092" y="4010767"/>
            <a:ext cx="1341437" cy="531914"/>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Paper</a:t>
            </a:r>
            <a:endParaRPr b="1" i="0" sz="1800" u="none" cap="none" strike="noStrike">
              <a:solidFill>
                <a:srgbClr val="000000"/>
              </a:solidFill>
              <a:latin typeface="Times New Roman"/>
              <a:ea typeface="Times New Roman"/>
              <a:cs typeface="Times New Roman"/>
              <a:sym typeface="Times New Roman"/>
            </a:endParaRPr>
          </a:p>
        </p:txBody>
      </p:sp>
      <p:sp>
        <p:nvSpPr>
          <p:cNvPr id="123" name="Google Shape;123;p15"/>
          <p:cNvSpPr/>
          <p:nvPr/>
        </p:nvSpPr>
        <p:spPr>
          <a:xfrm>
            <a:off x="7068904" y="4042201"/>
            <a:ext cx="1412141" cy="559927"/>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World</a:t>
            </a:r>
            <a:endParaRPr b="1" i="0" sz="1800" u="none" cap="none" strike="noStrike">
              <a:solidFill>
                <a:srgbClr val="000000"/>
              </a:solidFill>
              <a:latin typeface="Times New Roman"/>
              <a:ea typeface="Times New Roman"/>
              <a:cs typeface="Times New Roman"/>
              <a:sym typeface="Times New Roman"/>
            </a:endParaRPr>
          </a:p>
        </p:txBody>
      </p:sp>
      <p:cxnSp>
        <p:nvCxnSpPr>
          <p:cNvPr id="124" name="Google Shape;124;p15"/>
          <p:cNvCxnSpPr>
            <a:stCxn id="121" idx="2"/>
            <a:endCxn id="125" idx="0"/>
          </p:cNvCxnSpPr>
          <p:nvPr/>
        </p:nvCxnSpPr>
        <p:spPr>
          <a:xfrm>
            <a:off x="1431810" y="4542681"/>
            <a:ext cx="18000" cy="950400"/>
          </a:xfrm>
          <a:prstGeom prst="straightConnector1">
            <a:avLst/>
          </a:prstGeom>
          <a:noFill/>
          <a:ln cap="flat" cmpd="sng" w="9525">
            <a:solidFill>
              <a:srgbClr val="3366FF"/>
            </a:solidFill>
            <a:prstDash val="solid"/>
            <a:round/>
            <a:headEnd len="sm" w="sm" type="none"/>
            <a:tailEnd len="med" w="med" type="stealth"/>
          </a:ln>
        </p:spPr>
      </p:cxnSp>
      <p:cxnSp>
        <p:nvCxnSpPr>
          <p:cNvPr id="126" name="Google Shape;126;p15"/>
          <p:cNvCxnSpPr>
            <a:stCxn id="123" idx="2"/>
            <a:endCxn id="127" idx="0"/>
          </p:cNvCxnSpPr>
          <p:nvPr/>
        </p:nvCxnSpPr>
        <p:spPr>
          <a:xfrm>
            <a:off x="7774974" y="4602128"/>
            <a:ext cx="0" cy="905100"/>
          </a:xfrm>
          <a:prstGeom prst="straightConnector1">
            <a:avLst/>
          </a:prstGeom>
          <a:noFill/>
          <a:ln cap="flat" cmpd="sng" w="9525">
            <a:solidFill>
              <a:srgbClr val="3366FF"/>
            </a:solidFill>
            <a:prstDash val="solid"/>
            <a:round/>
            <a:headEnd len="sm" w="sm" type="none"/>
            <a:tailEnd len="med" w="med" type="stealth"/>
          </a:ln>
        </p:spPr>
      </p:cxnSp>
      <p:sp>
        <p:nvSpPr>
          <p:cNvPr id="125" name="Google Shape;125;p15"/>
          <p:cNvSpPr/>
          <p:nvPr/>
        </p:nvSpPr>
        <p:spPr>
          <a:xfrm>
            <a:off x="797250" y="5493074"/>
            <a:ext cx="1305279" cy="914459"/>
          </a:xfrm>
          <a:prstGeom prst="flowChartConnec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Tools</a:t>
            </a:r>
            <a:endParaRPr b="1" i="0" sz="1800" u="none" cap="none" strike="noStrike">
              <a:solidFill>
                <a:srgbClr val="000000"/>
              </a:solidFill>
              <a:latin typeface="Times New Roman"/>
              <a:ea typeface="Times New Roman"/>
              <a:cs typeface="Times New Roman"/>
              <a:sym typeface="Times New Roman"/>
            </a:endParaRPr>
          </a:p>
        </p:txBody>
      </p:sp>
      <p:sp>
        <p:nvSpPr>
          <p:cNvPr id="127" name="Google Shape;127;p15"/>
          <p:cNvSpPr/>
          <p:nvPr/>
        </p:nvSpPr>
        <p:spPr>
          <a:xfrm>
            <a:off x="7122335" y="5507184"/>
            <a:ext cx="1305279" cy="914459"/>
          </a:xfrm>
          <a:prstGeom prst="flowChartConnec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Tools</a:t>
            </a:r>
            <a:endParaRPr b="1" i="0" sz="1800" u="none" cap="none" strike="noStrike">
              <a:solidFill>
                <a:srgbClr val="000000"/>
              </a:solidFill>
              <a:latin typeface="Times New Roman"/>
              <a:ea typeface="Times New Roman"/>
              <a:cs typeface="Times New Roman"/>
              <a:sym typeface="Times New Roman"/>
            </a:endParaRPr>
          </a:p>
        </p:txBody>
      </p:sp>
      <p:sp>
        <p:nvSpPr>
          <p:cNvPr id="128" name="Google Shape;128;p15"/>
          <p:cNvSpPr/>
          <p:nvPr/>
        </p:nvSpPr>
        <p:spPr>
          <a:xfrm>
            <a:off x="3482560" y="5700890"/>
            <a:ext cx="2187770" cy="527047"/>
          </a:xfrm>
          <a:prstGeom prst="flowChartProcess">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Better Output</a:t>
            </a:r>
            <a:endParaRPr b="1" i="0" sz="1800" u="none" cap="none" strike="noStrike">
              <a:solidFill>
                <a:srgbClr val="000000"/>
              </a:solidFill>
              <a:latin typeface="Times New Roman"/>
              <a:ea typeface="Times New Roman"/>
              <a:cs typeface="Times New Roman"/>
              <a:sym typeface="Times New Roman"/>
            </a:endParaRPr>
          </a:p>
        </p:txBody>
      </p:sp>
      <p:cxnSp>
        <p:nvCxnSpPr>
          <p:cNvPr id="129" name="Google Shape;129;p15"/>
          <p:cNvCxnSpPr>
            <a:stCxn id="127" idx="2"/>
            <a:endCxn id="128" idx="3"/>
          </p:cNvCxnSpPr>
          <p:nvPr/>
        </p:nvCxnSpPr>
        <p:spPr>
          <a:xfrm rot="10800000">
            <a:off x="5670335" y="5964413"/>
            <a:ext cx="1452000" cy="0"/>
          </a:xfrm>
          <a:prstGeom prst="straightConnector1">
            <a:avLst/>
          </a:prstGeom>
          <a:noFill/>
          <a:ln cap="flat" cmpd="sng" w="9525">
            <a:solidFill>
              <a:srgbClr val="3366FF"/>
            </a:solidFill>
            <a:prstDash val="solid"/>
            <a:round/>
            <a:headEnd len="sm" w="sm" type="none"/>
            <a:tailEnd len="med" w="med" type="stealth"/>
          </a:ln>
        </p:spPr>
      </p:cxnSp>
      <p:cxnSp>
        <p:nvCxnSpPr>
          <p:cNvPr id="130" name="Google Shape;130;p15"/>
          <p:cNvCxnSpPr>
            <a:stCxn id="125" idx="6"/>
            <a:endCxn id="128" idx="1"/>
          </p:cNvCxnSpPr>
          <p:nvPr/>
        </p:nvCxnSpPr>
        <p:spPr>
          <a:xfrm>
            <a:off x="2102529" y="5950303"/>
            <a:ext cx="1380000" cy="14100"/>
          </a:xfrm>
          <a:prstGeom prst="straightConnector1">
            <a:avLst/>
          </a:prstGeom>
          <a:noFill/>
          <a:ln cap="flat" cmpd="sng" w="9525">
            <a:solidFill>
              <a:srgbClr val="3366FF"/>
            </a:solidFill>
            <a:prstDash val="solid"/>
            <a:round/>
            <a:headEnd len="sm" w="sm" type="none"/>
            <a:tailEnd len="med" w="med" type="stealth"/>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idx="1" type="body"/>
          </p:nvPr>
        </p:nvSpPr>
        <p:spPr>
          <a:xfrm>
            <a:off x="754316" y="1618513"/>
            <a:ext cx="7581901" cy="4652678"/>
          </a:xfrm>
          <a:prstGeom prst="rect">
            <a:avLst/>
          </a:prstGeom>
          <a:noFill/>
          <a:ln>
            <a:noFill/>
          </a:ln>
        </p:spPr>
        <p:txBody>
          <a:bodyPr anchorCtr="0" anchor="t" bIns="45700" lIns="91425" spcFirstLastPara="1" rIns="91425" wrap="square" tIns="45700">
            <a:noAutofit/>
          </a:bodyPr>
          <a:lstStyle/>
          <a:p>
            <a:pPr indent="-403225" lvl="0" marL="403225" marR="0" rtl="0" algn="l">
              <a:spcBef>
                <a:spcPts val="2000"/>
              </a:spcBef>
              <a:spcAft>
                <a:spcPts val="0"/>
              </a:spcAft>
              <a:buClr>
                <a:schemeClr val="lt1"/>
              </a:buClr>
              <a:buSzPts val="6000"/>
              <a:buFont typeface="Times New Roman"/>
              <a:buChar char="•"/>
            </a:pPr>
            <a:r>
              <a:rPr b="1" i="0" lang="en-US" sz="2400" u="none" cap="none" strike="noStrike">
                <a:solidFill>
                  <a:schemeClr val="lt1"/>
                </a:solidFill>
                <a:latin typeface="Times New Roman"/>
                <a:ea typeface="Times New Roman"/>
                <a:cs typeface="Times New Roman"/>
                <a:sym typeface="Times New Roman"/>
              </a:rPr>
              <a:t>Using my own perspective, I can explain it as follows: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Imitative Artist</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Paper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2400" u="none" cap="none" strike="noStrike">
              <a:solidFill>
                <a:schemeClr val="lt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Galdeano"/>
              <a:buNone/>
            </a:pPr>
            <a:r>
              <a:t/>
            </a:r>
            <a:endParaRPr b="0" i="0" sz="2400" u="none" cap="none" strike="noStrike">
              <a:solidFill>
                <a:schemeClr val="lt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Galdeano"/>
              <a:buNone/>
            </a:pPr>
            <a:r>
              <a:t/>
            </a:r>
            <a:endParaRPr b="0" i="0" sz="2400" u="none" cap="none" strike="noStrike">
              <a:solidFill>
                <a:schemeClr val="lt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		          Tools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700" u="none" cap="none" strike="noStrike">
              <a:solidFill>
                <a:schemeClr val="lt1"/>
              </a:solidFill>
              <a:latin typeface="Galdeano"/>
              <a:ea typeface="Galdeano"/>
              <a:cs typeface="Galdeano"/>
              <a:sym typeface="Galdeano"/>
            </a:endParaRPr>
          </a:p>
        </p:txBody>
      </p:sp>
      <p:sp>
        <p:nvSpPr>
          <p:cNvPr id="136" name="Google Shape;136;p16"/>
          <p:cNvSpPr/>
          <p:nvPr/>
        </p:nvSpPr>
        <p:spPr>
          <a:xfrm>
            <a:off x="712174" y="427335"/>
            <a:ext cx="7622587" cy="923330"/>
          </a:xfrm>
          <a:prstGeom prst="rect">
            <a:avLst/>
          </a:prstGeom>
          <a:gradFill>
            <a:gsLst>
              <a:gs pos="0">
                <a:srgbClr val="8C7E03"/>
              </a:gs>
              <a:gs pos="80000">
                <a:srgbClr val="E8D006"/>
              </a:gs>
              <a:gs pos="100000">
                <a:srgbClr val="FFED57"/>
              </a:gs>
            </a:gsLst>
            <a:lin ang="16200000" scaled="0"/>
          </a:gradFill>
          <a:ln cap="flat" cmpd="sng" w="12700">
            <a:solidFill>
              <a:srgbClr val="F2D90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5400" u="none" cap="none" strike="noStrike">
                <a:solidFill>
                  <a:schemeClr val="accent3"/>
                </a:solidFill>
                <a:latin typeface="Galdeano"/>
                <a:ea typeface="Galdeano"/>
                <a:cs typeface="Galdeano"/>
                <a:sym typeface="Galdeano"/>
              </a:rPr>
              <a:t>Why Augmented Reality?</a:t>
            </a:r>
            <a:endParaRPr b="1" i="0" sz="5400" u="none" cap="none" strike="noStrike">
              <a:solidFill>
                <a:schemeClr val="accent3"/>
              </a:solidFill>
              <a:latin typeface="Galdeano"/>
              <a:ea typeface="Galdeano"/>
              <a:cs typeface="Galdeano"/>
              <a:sym typeface="Galdeano"/>
            </a:endParaRPr>
          </a:p>
        </p:txBody>
      </p:sp>
      <p:pic>
        <p:nvPicPr>
          <p:cNvPr id="137" name="Google Shape;137;p16"/>
          <p:cNvPicPr preferRelativeResize="0"/>
          <p:nvPr/>
        </p:nvPicPr>
        <p:blipFill>
          <a:blip r:embed="rId3">
            <a:alphaModFix/>
          </a:blip>
          <a:stretch>
            <a:fillRect/>
          </a:stretch>
        </p:blipFill>
        <p:spPr>
          <a:xfrm>
            <a:off x="6384008" y="2061974"/>
            <a:ext cx="1825023" cy="1518318"/>
          </a:xfrm>
          <a:prstGeom prst="rect">
            <a:avLst/>
          </a:prstGeom>
          <a:noFill/>
          <a:ln>
            <a:noFill/>
          </a:ln>
        </p:spPr>
      </p:pic>
      <p:cxnSp>
        <p:nvCxnSpPr>
          <p:cNvPr id="138" name="Google Shape;138;p16"/>
          <p:cNvCxnSpPr>
            <a:endCxn id="137" idx="1"/>
          </p:cNvCxnSpPr>
          <p:nvPr/>
        </p:nvCxnSpPr>
        <p:spPr>
          <a:xfrm>
            <a:off x="2829008" y="2339033"/>
            <a:ext cx="3555000" cy="482100"/>
          </a:xfrm>
          <a:prstGeom prst="straightConnector1">
            <a:avLst/>
          </a:prstGeom>
          <a:noFill/>
          <a:ln cap="flat" cmpd="sng" w="9525">
            <a:solidFill>
              <a:srgbClr val="E8D007"/>
            </a:solidFill>
            <a:prstDash val="solid"/>
            <a:round/>
            <a:headEnd len="sm" w="sm" type="none"/>
            <a:tailEnd len="med" w="med" type="stealth"/>
          </a:ln>
        </p:spPr>
      </p:cxnSp>
      <p:pic>
        <p:nvPicPr>
          <p:cNvPr id="139" name="Google Shape;139;p16"/>
          <p:cNvPicPr preferRelativeResize="0"/>
          <p:nvPr/>
        </p:nvPicPr>
        <p:blipFill>
          <a:blip r:embed="rId4">
            <a:alphaModFix/>
          </a:blip>
          <a:stretch>
            <a:fillRect/>
          </a:stretch>
        </p:blipFill>
        <p:spPr>
          <a:xfrm>
            <a:off x="4123989" y="4504312"/>
            <a:ext cx="2655146" cy="1766879"/>
          </a:xfrm>
          <a:prstGeom prst="rect">
            <a:avLst/>
          </a:prstGeom>
          <a:noFill/>
          <a:ln>
            <a:noFill/>
          </a:ln>
        </p:spPr>
      </p:pic>
      <p:cxnSp>
        <p:nvCxnSpPr>
          <p:cNvPr id="140" name="Google Shape;140;p16"/>
          <p:cNvCxnSpPr>
            <a:stCxn id="137" idx="2"/>
            <a:endCxn id="139" idx="3"/>
          </p:cNvCxnSpPr>
          <p:nvPr/>
        </p:nvCxnSpPr>
        <p:spPr>
          <a:xfrm flipH="1">
            <a:off x="6779019" y="3580292"/>
            <a:ext cx="517500" cy="1807500"/>
          </a:xfrm>
          <a:prstGeom prst="straightConnector1">
            <a:avLst/>
          </a:prstGeom>
          <a:noFill/>
          <a:ln cap="flat" cmpd="sng" w="9525">
            <a:solidFill>
              <a:srgbClr val="E8D007"/>
            </a:solidFill>
            <a:prstDash val="solid"/>
            <a:round/>
            <a:headEnd len="sm" w="sm" type="none"/>
            <a:tailEnd len="med" w="med" type="stealth"/>
          </a:ln>
        </p:spPr>
      </p:cxnSp>
      <p:pic>
        <p:nvPicPr>
          <p:cNvPr id="141" name="Google Shape;141;p16"/>
          <p:cNvPicPr preferRelativeResize="0"/>
          <p:nvPr/>
        </p:nvPicPr>
        <p:blipFill>
          <a:blip r:embed="rId5">
            <a:alphaModFix/>
          </a:blip>
          <a:stretch>
            <a:fillRect/>
          </a:stretch>
        </p:blipFill>
        <p:spPr>
          <a:xfrm>
            <a:off x="1635140" y="3196997"/>
            <a:ext cx="2224895" cy="1848040"/>
          </a:xfrm>
          <a:prstGeom prst="rect">
            <a:avLst/>
          </a:prstGeom>
          <a:noFill/>
          <a:ln>
            <a:noFill/>
          </a:ln>
        </p:spPr>
      </p:pic>
      <p:cxnSp>
        <p:nvCxnSpPr>
          <p:cNvPr id="142" name="Google Shape;142;p16"/>
          <p:cNvCxnSpPr>
            <a:stCxn id="137" idx="2"/>
            <a:endCxn id="141" idx="3"/>
          </p:cNvCxnSpPr>
          <p:nvPr/>
        </p:nvCxnSpPr>
        <p:spPr>
          <a:xfrm flipH="1">
            <a:off x="3860019" y="3580292"/>
            <a:ext cx="3436500" cy="540600"/>
          </a:xfrm>
          <a:prstGeom prst="straightConnector1">
            <a:avLst/>
          </a:prstGeom>
          <a:noFill/>
          <a:ln cap="flat" cmpd="sng" w="9525">
            <a:solidFill>
              <a:srgbClr val="E8D007"/>
            </a:solidFill>
            <a:prstDash val="solid"/>
            <a:round/>
            <a:headEnd len="sm" w="sm" type="none"/>
            <a:tailEnd len="med" w="med" type="stealth"/>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17"/>
          <p:cNvPicPr preferRelativeResize="0"/>
          <p:nvPr/>
        </p:nvPicPr>
        <p:blipFill>
          <a:blip r:embed="rId3">
            <a:alphaModFix/>
          </a:blip>
          <a:stretch>
            <a:fillRect/>
          </a:stretch>
        </p:blipFill>
        <p:spPr>
          <a:xfrm>
            <a:off x="779463" y="562951"/>
            <a:ext cx="2063052" cy="1509276"/>
          </a:xfrm>
          <a:prstGeom prst="rect">
            <a:avLst/>
          </a:prstGeom>
          <a:noFill/>
          <a:ln>
            <a:noFill/>
          </a:ln>
        </p:spPr>
      </p:pic>
      <p:sp>
        <p:nvSpPr>
          <p:cNvPr id="148" name="Google Shape;148;p17"/>
          <p:cNvSpPr txBox="1"/>
          <p:nvPr>
            <p:ph idx="1" type="body"/>
          </p:nvPr>
        </p:nvSpPr>
        <p:spPr>
          <a:xfrm>
            <a:off x="779463" y="562951"/>
            <a:ext cx="2063052" cy="1509276"/>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250825" lvl="0" marL="403225" rtl="0" algn="l">
              <a:spcBef>
                <a:spcPts val="2000"/>
              </a:spcBef>
              <a:spcAft>
                <a:spcPts val="0"/>
              </a:spcAft>
              <a:buNone/>
            </a:pPr>
            <a:r>
              <a:t/>
            </a:r>
            <a:endParaRPr/>
          </a:p>
        </p:txBody>
      </p:sp>
      <p:sp>
        <p:nvSpPr>
          <p:cNvPr id="149" name="Google Shape;149;p17"/>
          <p:cNvSpPr txBox="1"/>
          <p:nvPr/>
        </p:nvSpPr>
        <p:spPr>
          <a:xfrm>
            <a:off x="691450" y="2021926"/>
            <a:ext cx="8172791"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400" u="none" cap="none" strike="noStrike">
                <a:solidFill>
                  <a:schemeClr val="accent3"/>
                </a:solidFill>
                <a:latin typeface="Times New Roman"/>
                <a:ea typeface="Times New Roman"/>
                <a:cs typeface="Times New Roman"/>
                <a:sym typeface="Times New Roman"/>
              </a:rPr>
              <a:t>The Artist sees the world</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rPr b="1" i="0" lang="en-US" sz="2400" u="none" cap="none" strike="noStrike">
                <a:solidFill>
                  <a:schemeClr val="accent3"/>
                </a:solidFill>
                <a:latin typeface="Times New Roman"/>
                <a:ea typeface="Times New Roman"/>
                <a:cs typeface="Times New Roman"/>
                <a:sym typeface="Times New Roman"/>
              </a:rPr>
              <a:t>Paints it</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rPr b="1" i="0" lang="en-US" sz="2400" u="none" cap="none" strike="noStrike">
                <a:solidFill>
                  <a:schemeClr val="accent3"/>
                </a:solidFill>
                <a:latin typeface="Times New Roman"/>
                <a:ea typeface="Times New Roman"/>
                <a:cs typeface="Times New Roman"/>
                <a:sym typeface="Times New Roman"/>
              </a:rPr>
              <a:t>Fix it</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t/>
            </a:r>
            <a:endParaRPr b="1" i="0" sz="2400" u="none" cap="none" strike="noStrike">
              <a:solidFill>
                <a:schemeClr val="accent3"/>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2400" u="none" cap="none" strike="noStrike">
                <a:solidFill>
                  <a:schemeClr val="accent3"/>
                </a:solidFill>
                <a:latin typeface="Times New Roman"/>
                <a:ea typeface="Times New Roman"/>
                <a:cs typeface="Times New Roman"/>
                <a:sym typeface="Times New Roman"/>
              </a:rPr>
              <a:t>It does not actually mean is true, but it makes the real world better.</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t/>
            </a:r>
            <a:endParaRPr b="1" i="0" sz="2400" u="none" cap="none" strike="noStrike">
              <a:solidFill>
                <a:schemeClr val="accent3"/>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i="0" sz="2400" u="none" cap="none" strike="noStrike">
              <a:solidFill>
                <a:schemeClr val="accent3"/>
              </a:solidFill>
              <a:latin typeface="Times New Roman"/>
              <a:ea typeface="Times New Roman"/>
              <a:cs typeface="Times New Roman"/>
              <a:sym typeface="Times New Roman"/>
            </a:endParaRPr>
          </a:p>
        </p:txBody>
      </p:sp>
      <p:pic>
        <p:nvPicPr>
          <p:cNvPr id="150" name="Google Shape;150;p17"/>
          <p:cNvPicPr preferRelativeResize="0"/>
          <p:nvPr/>
        </p:nvPicPr>
        <p:blipFill>
          <a:blip r:embed="rId4">
            <a:alphaModFix/>
          </a:blip>
          <a:stretch>
            <a:fillRect/>
          </a:stretch>
        </p:blipFill>
        <p:spPr>
          <a:xfrm>
            <a:off x="4641635" y="801721"/>
            <a:ext cx="3945991" cy="2842347"/>
          </a:xfrm>
          <a:prstGeom prst="rect">
            <a:avLst/>
          </a:prstGeom>
          <a:noFill/>
          <a:ln>
            <a:noFill/>
          </a:ln>
        </p:spPr>
      </p:pic>
      <p:cxnSp>
        <p:nvCxnSpPr>
          <p:cNvPr id="151" name="Google Shape;151;p17"/>
          <p:cNvCxnSpPr/>
          <p:nvPr/>
        </p:nvCxnSpPr>
        <p:spPr>
          <a:xfrm>
            <a:off x="3998339" y="2461820"/>
            <a:ext cx="2049463" cy="427544"/>
          </a:xfrm>
          <a:prstGeom prst="straightConnector1">
            <a:avLst/>
          </a:prstGeom>
          <a:noFill/>
          <a:ln cap="flat" cmpd="sng" w="9525">
            <a:solidFill>
              <a:srgbClr val="E8D007"/>
            </a:solidFill>
            <a:prstDash val="solid"/>
            <a:round/>
            <a:headEnd len="sm" w="sm" type="none"/>
            <a:tailEnd len="med" w="med" type="stealth"/>
          </a:ln>
        </p:spPr>
      </p:cxnSp>
      <p:cxnSp>
        <p:nvCxnSpPr>
          <p:cNvPr id="152" name="Google Shape;152;p17"/>
          <p:cNvCxnSpPr/>
          <p:nvPr/>
        </p:nvCxnSpPr>
        <p:spPr>
          <a:xfrm>
            <a:off x="1848289" y="2801341"/>
            <a:ext cx="6035228" cy="276645"/>
          </a:xfrm>
          <a:prstGeom prst="straightConnector1">
            <a:avLst/>
          </a:prstGeom>
          <a:noFill/>
          <a:ln cap="flat" cmpd="sng" w="9525">
            <a:solidFill>
              <a:srgbClr val="E8D007"/>
            </a:solidFill>
            <a:prstDash val="solid"/>
            <a:round/>
            <a:headEnd len="sm" w="sm" type="none"/>
            <a:tailEnd len="med" w="med" type="stealth"/>
          </a:ln>
        </p:spPr>
      </p:cxnSp>
      <p:cxnSp>
        <p:nvCxnSpPr>
          <p:cNvPr id="153" name="Google Shape;153;p17"/>
          <p:cNvCxnSpPr/>
          <p:nvPr/>
        </p:nvCxnSpPr>
        <p:spPr>
          <a:xfrm flipH="1" rot="10800000">
            <a:off x="1471085" y="1760477"/>
            <a:ext cx="5808908" cy="1292359"/>
          </a:xfrm>
          <a:prstGeom prst="straightConnector1">
            <a:avLst/>
          </a:prstGeom>
          <a:noFill/>
          <a:ln cap="flat" cmpd="sng" w="9525">
            <a:solidFill>
              <a:srgbClr val="FF0000"/>
            </a:solidFill>
            <a:prstDash val="solid"/>
            <a:round/>
            <a:headEnd len="sm" w="sm" type="none"/>
            <a:tailEnd len="med" w="med" type="stealth"/>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idx="1" type="body"/>
          </p:nvPr>
        </p:nvSpPr>
        <p:spPr>
          <a:xfrm>
            <a:off x="779462" y="322855"/>
            <a:ext cx="7581901" cy="5940551"/>
          </a:xfrm>
          <a:prstGeom prst="rect">
            <a:avLst/>
          </a:prstGeom>
          <a:noFill/>
          <a:ln>
            <a:noFill/>
          </a:ln>
        </p:spPr>
        <p:txBody>
          <a:bodyPr anchorCtr="0" anchor="t" bIns="45700" lIns="91425" spcFirstLastPara="1" rIns="91425" wrap="square" tIns="45700">
            <a:noAutofit/>
          </a:bodyPr>
          <a:lstStyle/>
          <a:p>
            <a:pPr indent="-250825" lvl="0" marL="403225" marR="0" rtl="0" algn="l">
              <a:spcBef>
                <a:spcPts val="2000"/>
              </a:spcBef>
              <a:spcAft>
                <a:spcPts val="0"/>
              </a:spcAft>
              <a:buClr>
                <a:schemeClr val="lt1"/>
              </a:buClr>
              <a:buSzPts val="2400"/>
              <a:buFont typeface="Galdeano"/>
              <a:buNone/>
            </a:pPr>
            <a:r>
              <a:t/>
            </a:r>
            <a:endParaRPr b="0" i="0" sz="2900" u="none" cap="none" strike="noStrike">
              <a:solidFill>
                <a:schemeClr val="dk1"/>
              </a:solidFill>
              <a:latin typeface="Times New Roman"/>
              <a:ea typeface="Times New Roman"/>
              <a:cs typeface="Times New Roman"/>
              <a:sym typeface="Times New Roman"/>
            </a:endParaRPr>
          </a:p>
          <a:p>
            <a:pPr indent="0" lvl="0" marL="0" marR="0" rtl="0" algn="just">
              <a:spcBef>
                <a:spcPts val="2000"/>
              </a:spcBef>
              <a:spcAft>
                <a:spcPts val="0"/>
              </a:spcAft>
              <a:buClr>
                <a:srgbClr val="F2D908"/>
              </a:buClr>
              <a:buFont typeface="Times New Roman"/>
              <a:buNone/>
            </a:pPr>
            <a:r>
              <a:rPr b="0" i="0" lang="en-US" sz="2900" u="none" cap="none" strike="noStrike">
                <a:solidFill>
                  <a:srgbClr val="F2D908"/>
                </a:solidFill>
                <a:latin typeface="Times New Roman"/>
                <a:ea typeface="Times New Roman"/>
                <a:cs typeface="Times New Roman"/>
                <a:sym typeface="Times New Roman"/>
              </a:rPr>
              <a:t>Why?</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accent3"/>
              </a:buClr>
              <a:buFont typeface="Times New Roman"/>
              <a:buNone/>
            </a:pPr>
            <a:r>
              <a:rPr b="0" i="0" lang="en-US" sz="2900" u="none" cap="none" strike="noStrike">
                <a:solidFill>
                  <a:schemeClr val="accent3"/>
                </a:solidFill>
                <a:latin typeface="Times New Roman"/>
                <a:ea typeface="Times New Roman"/>
                <a:cs typeface="Times New Roman"/>
                <a:sym typeface="Times New Roman"/>
              </a:rPr>
              <a:t>In art, even though you know it is not true, once you see it, you have a better perception of what you really want, what it is, and how it should really be.</a:t>
            </a:r>
            <a:endParaRPr b="0" i="0" sz="2900" u="none" cap="none" strike="noStrike">
              <a:solidFill>
                <a:schemeClr val="accent3"/>
              </a:solidFill>
              <a:latin typeface="Times New Roman"/>
              <a:ea typeface="Times New Roman"/>
              <a:cs typeface="Times New Roman"/>
              <a:sym typeface="Times New Roman"/>
            </a:endParaRPr>
          </a:p>
          <a:p>
            <a:pPr indent="0" lvl="0" marL="0" marR="0" rtl="0" algn="just">
              <a:spcBef>
                <a:spcPts val="2000"/>
              </a:spcBef>
              <a:spcAft>
                <a:spcPts val="0"/>
              </a:spcAft>
              <a:buClr>
                <a:srgbClr val="F2D908"/>
              </a:buClr>
              <a:buFont typeface="Times New Roman"/>
              <a:buNone/>
            </a:pPr>
            <a:r>
              <a:rPr b="0" i="0" lang="en-US" sz="2900" u="none" cap="none" strike="noStrike">
                <a:solidFill>
                  <a:srgbClr val="F2D908"/>
                </a:solidFill>
                <a:latin typeface="Times New Roman"/>
                <a:ea typeface="Times New Roman"/>
                <a:cs typeface="Times New Roman"/>
                <a:sym typeface="Times New Roman"/>
              </a:rPr>
              <a:t>Does that apply for Augmented Reality?</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accent3"/>
              </a:buClr>
              <a:buFont typeface="Times New Roman"/>
              <a:buNone/>
            </a:pPr>
            <a:r>
              <a:rPr b="0" i="0" lang="en-US" sz="2900" u="none" cap="none" strike="noStrike">
                <a:solidFill>
                  <a:schemeClr val="accent3"/>
                </a:solidFill>
                <a:latin typeface="Times New Roman"/>
                <a:ea typeface="Times New Roman"/>
                <a:cs typeface="Times New Roman"/>
                <a:sym typeface="Times New Roman"/>
              </a:rPr>
              <a:t>Let’s see...</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dk1"/>
              </a:buClr>
              <a:buFont typeface="Times New Roman"/>
              <a:buNone/>
            </a:pPr>
            <a:r>
              <a:rPr b="1" i="0" lang="en-US" sz="2900" u="sng" cap="none" strike="noStrike">
                <a:solidFill>
                  <a:schemeClr val="hlink"/>
                </a:solidFill>
                <a:latin typeface="Times New Roman"/>
                <a:ea typeface="Times New Roman"/>
                <a:cs typeface="Times New Roman"/>
                <a:sym typeface="Times New Roman"/>
                <a:hlinkClick r:id="rId3"/>
              </a:rPr>
              <a:t>http://www.youtube.com/watch?v=e4OKbfB-ZAU</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dk1"/>
              </a:buClr>
              <a:buFont typeface="Times New Roman"/>
              <a:buNone/>
            </a:pPr>
            <a:r>
              <a:rPr b="1" i="0" lang="en-US" sz="2900" u="sng" cap="none" strike="noStrike">
                <a:solidFill>
                  <a:schemeClr val="hlink"/>
                </a:solidFill>
                <a:latin typeface="Times New Roman"/>
                <a:ea typeface="Times New Roman"/>
                <a:cs typeface="Times New Roman"/>
                <a:sym typeface="Times New Roman"/>
                <a:hlinkClick r:id="rId4"/>
              </a:rPr>
              <a:t>http://www.youtube.com/watch?v=s4ZkOmbavgs#t=11</a:t>
            </a:r>
            <a:endParaRPr b="0" i="0" sz="2900" u="none" cap="none" strike="noStrike">
              <a:solidFill>
                <a:schemeClr val="dk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Galdeano"/>
              <a:buNone/>
            </a:pPr>
            <a:r>
              <a:t/>
            </a:r>
            <a:endParaRPr b="0" i="0" sz="1550" u="none" cap="none" strike="noStrike">
              <a:solidFill>
                <a:schemeClr val="dk1"/>
              </a:solidFill>
              <a:latin typeface="Galdeano"/>
              <a:ea typeface="Galdeano"/>
              <a:cs typeface="Galdeano"/>
              <a:sym typeface="Galdea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9"/>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accent1"/>
              </a:buClr>
              <a:buFont typeface="Galdeano"/>
              <a:buNone/>
            </a:pPr>
            <a:r>
              <a:rPr b="1" i="0" lang="en-US" sz="5600" u="none" cap="none" strike="noStrike">
                <a:solidFill>
                  <a:schemeClr val="accent1"/>
                </a:solidFill>
                <a:latin typeface="Galdeano"/>
                <a:ea typeface="Galdeano"/>
                <a:cs typeface="Galdeano"/>
                <a:sym typeface="Galdeano"/>
              </a:rPr>
              <a:t>How Could We Change what we see?</a:t>
            </a:r>
            <a:endParaRPr b="0" i="0" sz="1800" u="none" cap="none" strike="noStrike">
              <a:solidFill>
                <a:schemeClr val="accent1"/>
              </a:solidFill>
              <a:latin typeface="Galdeano"/>
              <a:ea typeface="Galdeano"/>
              <a:cs typeface="Galdeano"/>
              <a:sym typeface="Galdeano"/>
            </a:endParaRPr>
          </a:p>
        </p:txBody>
      </p:sp>
      <p:sp>
        <p:nvSpPr>
          <p:cNvPr id="164" name="Google Shape;164;p19"/>
          <p:cNvSpPr txBox="1"/>
          <p:nvPr>
            <p:ph idx="1" type="body"/>
          </p:nvPr>
        </p:nvSpPr>
        <p:spPr>
          <a:xfrm>
            <a:off x="427495" y="1882587"/>
            <a:ext cx="8185279" cy="4341955"/>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Marker vs Markerless Augmented Reality</a:t>
            </a:r>
            <a:endParaRPr b="0" i="0" sz="165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Currently, many people associate augmented reality with black and white squares that trigger augmented reality elements. These black and white squares are called markers. </a:t>
            </a:r>
            <a:endParaRPr b="0" i="0" sz="165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Markerless technology requires no marker to know the position of the object or person. Smartphone browsers that layer information over live locations are often considered in the markerless category, although they still use embedded "marked" information through geolocation and geotagging.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accent1"/>
              </a:buClr>
              <a:buFont typeface="Times New Roman"/>
              <a:buNone/>
            </a:pPr>
            <a:r>
              <a:rPr b="0" i="0" lang="en-US" sz="2200" u="none" cap="none" strike="noStrike">
                <a:solidFill>
                  <a:schemeClr val="accent1"/>
                </a:solidFill>
                <a:latin typeface="Times New Roman"/>
                <a:ea typeface="Times New Roman"/>
                <a:cs typeface="Times New Roman"/>
                <a:sym typeface="Times New Roman"/>
              </a:rPr>
              <a:t>The goal is to have augmented reality work much like this HP commercial [</a:t>
            </a:r>
            <a:r>
              <a:rPr b="0" i="0" lang="en-US" sz="2200" u="sng" cap="none" strike="noStrike">
                <a:solidFill>
                  <a:schemeClr val="hlink"/>
                </a:solidFill>
                <a:latin typeface="Times New Roman"/>
                <a:ea typeface="Times New Roman"/>
                <a:cs typeface="Times New Roman"/>
                <a:sym typeface="Times New Roman"/>
                <a:hlinkClick r:id="rId3"/>
              </a:rPr>
              <a:t>http://www.youtube.com/watch?v=BraU_cpfBeI Jerry Seinfeld for HP]</a:t>
            </a:r>
            <a:endParaRPr b="0" i="0" sz="16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0"/>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How it works</a:t>
            </a:r>
            <a:endParaRPr b="0" i="0" sz="1800" u="none" cap="none" strike="noStrike">
              <a:solidFill>
                <a:srgbClr val="F2D908"/>
              </a:solidFill>
              <a:latin typeface="Galdeano"/>
              <a:ea typeface="Galdeano"/>
              <a:cs typeface="Galdeano"/>
              <a:sym typeface="Galdeano"/>
            </a:endParaRPr>
          </a:p>
        </p:txBody>
      </p:sp>
      <p:sp>
        <p:nvSpPr>
          <p:cNvPr id="170" name="Google Shape;170;p20"/>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Smart phones 'camera, compass and GPS information is needed to operate an AR Browser.</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browser first locates the user with GPS and compass of phone. Next, it retrieves information from online sources based on those geographical coordinates.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information and graphics are then overlaid onto the camera view of the smart phone’ screen.  In effect, the AR browser label the real world.</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sng" cap="none" strike="noStrike">
                <a:solidFill>
                  <a:schemeClr val="hlink"/>
                </a:solidFill>
                <a:latin typeface="Times New Roman"/>
                <a:ea typeface="Times New Roman"/>
                <a:cs typeface="Times New Roman"/>
                <a:sym typeface="Times New Roman"/>
                <a:hlinkClick r:id="rId3"/>
              </a:rPr>
              <a:t>http://www.youtube.com/watch?v=BraU_cpfBeI</a:t>
            </a:r>
            <a:endParaRPr b="0" i="0" sz="180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Galdeano"/>
              <a:buNone/>
            </a:pPr>
            <a:r>
              <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1"/>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Why Is AR Important?</a:t>
            </a:r>
            <a:endParaRPr b="0" i="0" sz="1800" u="none" cap="none" strike="noStrike">
              <a:solidFill>
                <a:srgbClr val="F2D908"/>
              </a:solidFill>
              <a:latin typeface="Galdeano"/>
              <a:ea typeface="Galdeano"/>
              <a:cs typeface="Galdeano"/>
              <a:sym typeface="Galdeano"/>
            </a:endParaRPr>
          </a:p>
        </p:txBody>
      </p:sp>
      <p:sp>
        <p:nvSpPr>
          <p:cNvPr id="176" name="Google Shape;176;p21"/>
          <p:cNvSpPr txBox="1"/>
          <p:nvPr>
            <p:ph idx="1" type="body"/>
          </p:nvPr>
        </p:nvSpPr>
        <p:spPr>
          <a:xfrm>
            <a:off x="779462" y="1668813"/>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There are numerous areas in which Augmented Reality importance can be explained. However, I have purposely chosen Education, Medicine, Architecture and Activities to show how AR can highly improve the way of learning, diagnosing,  building and doing. </a:t>
            </a:r>
            <a:endParaRPr b="1" i="0" sz="2400" u="none" cap="none" strike="noStrike">
              <a:solidFill>
                <a:schemeClr val="lt1"/>
              </a:solidFill>
              <a:latin typeface="Galdeano"/>
              <a:ea typeface="Galdeano"/>
              <a:cs typeface="Galdeano"/>
              <a:sym typeface="Galdeano"/>
            </a:endParaRPr>
          </a:p>
        </p:txBody>
      </p:sp>
      <p:pic>
        <p:nvPicPr>
          <p:cNvPr id="177" name="Google Shape;177;p21"/>
          <p:cNvPicPr preferRelativeResize="0"/>
          <p:nvPr/>
        </p:nvPicPr>
        <p:blipFill>
          <a:blip r:embed="rId3">
            <a:alphaModFix/>
          </a:blip>
          <a:stretch>
            <a:fillRect/>
          </a:stretch>
        </p:blipFill>
        <p:spPr>
          <a:xfrm>
            <a:off x="3281655" y="4708426"/>
            <a:ext cx="2502117" cy="1875718"/>
          </a:xfrm>
          <a:prstGeom prst="rect">
            <a:avLst/>
          </a:prstGeom>
          <a:noFill/>
          <a:ln>
            <a:noFill/>
          </a:ln>
        </p:spPr>
      </p:pic>
      <p:pic>
        <p:nvPicPr>
          <p:cNvPr id="178" name="Google Shape;178;p21"/>
          <p:cNvPicPr preferRelativeResize="0"/>
          <p:nvPr/>
        </p:nvPicPr>
        <p:blipFill>
          <a:blip r:embed="rId4">
            <a:alphaModFix/>
          </a:blip>
          <a:stretch>
            <a:fillRect/>
          </a:stretch>
        </p:blipFill>
        <p:spPr>
          <a:xfrm>
            <a:off x="6048419" y="3513828"/>
            <a:ext cx="2312944" cy="2322196"/>
          </a:xfrm>
          <a:prstGeom prst="rect">
            <a:avLst/>
          </a:prstGeom>
          <a:noFill/>
          <a:ln>
            <a:noFill/>
          </a:ln>
        </p:spPr>
      </p:pic>
      <p:pic>
        <p:nvPicPr>
          <p:cNvPr id="179" name="Google Shape;179;p21"/>
          <p:cNvPicPr preferRelativeResize="0"/>
          <p:nvPr/>
        </p:nvPicPr>
        <p:blipFill>
          <a:blip r:embed="rId5">
            <a:alphaModFix/>
          </a:blip>
          <a:stretch>
            <a:fillRect/>
          </a:stretch>
        </p:blipFill>
        <p:spPr>
          <a:xfrm>
            <a:off x="1290510" y="3851496"/>
            <a:ext cx="1681431" cy="1681431"/>
          </a:xfrm>
          <a:prstGeom prst="rect">
            <a:avLst/>
          </a:prstGeom>
          <a:noFill/>
          <a:ln>
            <a:noFill/>
          </a:ln>
        </p:spPr>
      </p:pic>
      <p:pic>
        <p:nvPicPr>
          <p:cNvPr id="180" name="Google Shape;180;p21"/>
          <p:cNvPicPr preferRelativeResize="0"/>
          <p:nvPr/>
        </p:nvPicPr>
        <p:blipFill>
          <a:blip r:embed="rId6">
            <a:alphaModFix/>
          </a:blip>
          <a:stretch>
            <a:fillRect/>
          </a:stretch>
        </p:blipFill>
        <p:spPr>
          <a:xfrm>
            <a:off x="449129" y="4111973"/>
            <a:ext cx="2422228" cy="2472171"/>
          </a:xfrm>
          <a:prstGeom prst="rect">
            <a:avLst/>
          </a:prstGeom>
          <a:noFill/>
          <a:ln>
            <a:noFill/>
          </a:ln>
        </p:spPr>
      </p:pic>
      <p:sp>
        <p:nvSpPr>
          <p:cNvPr id="181" name="Google Shape;181;p21"/>
          <p:cNvSpPr txBox="1"/>
          <p:nvPr/>
        </p:nvSpPr>
        <p:spPr>
          <a:xfrm>
            <a:off x="5783772" y="6228499"/>
            <a:ext cx="1428596"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2D908"/>
                </a:solidFill>
                <a:latin typeface="Galdeano"/>
                <a:ea typeface="Galdeano"/>
                <a:cs typeface="Galdeano"/>
                <a:sym typeface="Galdeano"/>
              </a:rPr>
              <a:t>Architecture</a:t>
            </a:r>
            <a:endParaRPr b="1" i="0" sz="1800" u="none" cap="none" strike="noStrike">
              <a:solidFill>
                <a:srgbClr val="F2D908"/>
              </a:solidFill>
              <a:latin typeface="Galdeano"/>
              <a:ea typeface="Galdeano"/>
              <a:cs typeface="Galdeano"/>
              <a:sym typeface="Galdeano"/>
            </a:endParaRPr>
          </a:p>
        </p:txBody>
      </p:sp>
      <p:sp>
        <p:nvSpPr>
          <p:cNvPr id="182" name="Google Shape;182;p21"/>
          <p:cNvSpPr txBox="1"/>
          <p:nvPr/>
        </p:nvSpPr>
        <p:spPr>
          <a:xfrm>
            <a:off x="5066997" y="3780366"/>
            <a:ext cx="110078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2D908"/>
                </a:solidFill>
                <a:latin typeface="Galdeano"/>
                <a:ea typeface="Galdeano"/>
                <a:cs typeface="Galdeano"/>
                <a:sym typeface="Galdeano"/>
              </a:rPr>
              <a:t>Activities</a:t>
            </a:r>
            <a:endParaRPr b="1" i="0" sz="1800" u="none" cap="none" strike="noStrike">
              <a:solidFill>
                <a:srgbClr val="F2D908"/>
              </a:solidFill>
              <a:latin typeface="Galdeano"/>
              <a:ea typeface="Galdeano"/>
              <a:cs typeface="Galdeano"/>
              <a:sym typeface="Galdeano"/>
            </a:endParaRPr>
          </a:p>
        </p:txBody>
      </p:sp>
      <p:sp>
        <p:nvSpPr>
          <p:cNvPr id="183" name="Google Shape;183;p21"/>
          <p:cNvSpPr txBox="1"/>
          <p:nvPr/>
        </p:nvSpPr>
        <p:spPr>
          <a:xfrm>
            <a:off x="2888303" y="3792283"/>
            <a:ext cx="117145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2D908"/>
                </a:solidFill>
                <a:latin typeface="Galdeano"/>
                <a:ea typeface="Galdeano"/>
                <a:cs typeface="Galdeano"/>
                <a:sym typeface="Galdeano"/>
              </a:rPr>
              <a:t>Education</a:t>
            </a:r>
            <a:endParaRPr b="1" i="0" sz="1800" u="none" cap="none" strike="noStrike">
              <a:solidFill>
                <a:srgbClr val="F2D908"/>
              </a:solidFill>
              <a:latin typeface="Galdeano"/>
              <a:ea typeface="Galdeano"/>
              <a:cs typeface="Galdeano"/>
              <a:sym typeface="Galdeano"/>
            </a:endParaRPr>
          </a:p>
        </p:txBody>
      </p:sp>
      <p:sp>
        <p:nvSpPr>
          <p:cNvPr id="184" name="Google Shape;184;p21"/>
          <p:cNvSpPr txBox="1"/>
          <p:nvPr/>
        </p:nvSpPr>
        <p:spPr>
          <a:xfrm>
            <a:off x="1896519" y="6043833"/>
            <a:ext cx="109517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2D908"/>
                </a:solidFill>
                <a:latin typeface="Galdeano"/>
                <a:ea typeface="Galdeano"/>
                <a:cs typeface="Galdeano"/>
                <a:sym typeface="Galdeano"/>
              </a:rPr>
              <a:t>Medicine</a:t>
            </a:r>
            <a:endParaRPr b="1" i="0" sz="1800" u="none" cap="none" strike="noStrike">
              <a:solidFill>
                <a:srgbClr val="F2D908"/>
              </a:solidFill>
              <a:latin typeface="Galdeano"/>
              <a:ea typeface="Galdeano"/>
              <a:cs typeface="Galdeano"/>
              <a:sym typeface="Galdea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779462" y="107577"/>
            <a:ext cx="7581901" cy="10493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Education</a:t>
            </a:r>
            <a:endParaRPr b="0" i="0" sz="1800" u="none" cap="small" strike="noStrike">
              <a:solidFill>
                <a:schemeClr val="accent1"/>
              </a:solidFill>
              <a:latin typeface="Times New Roman"/>
              <a:ea typeface="Times New Roman"/>
              <a:cs typeface="Times New Roman"/>
              <a:sym typeface="Times New Roman"/>
            </a:endParaRPr>
          </a:p>
        </p:txBody>
      </p:sp>
      <p:sp>
        <p:nvSpPr>
          <p:cNvPr id="190" name="Google Shape;190;p22"/>
          <p:cNvSpPr txBox="1"/>
          <p:nvPr>
            <p:ph idx="1" type="body"/>
          </p:nvPr>
        </p:nvSpPr>
        <p:spPr>
          <a:xfrm>
            <a:off x="427491" y="1446106"/>
            <a:ext cx="8575054" cy="4941910"/>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provides a rich contextual learning for individuals learning a skill.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appeals to constructivist notions of education where students take control of their own learning.</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provides opportunities for more authentic learning and appeals to multiple learning styles.</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has the power to engage a learner in ways that have never been possible.</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can provide each student with his/her own unique discovery path.</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No real consequences if mistakes are made during skills training</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477789" y="107577"/>
            <a:ext cx="8197853"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Where Does It Take Place?</a:t>
            </a:r>
            <a:endParaRPr b="0" i="0" sz="1800" u="none" cap="none" strike="noStrike">
              <a:solidFill>
                <a:srgbClr val="F2D908"/>
              </a:solidFill>
              <a:latin typeface="Galdeano"/>
              <a:ea typeface="Galdeano"/>
              <a:cs typeface="Galdeano"/>
              <a:sym typeface="Galdeano"/>
            </a:endParaRPr>
          </a:p>
        </p:txBody>
      </p:sp>
      <p:sp>
        <p:nvSpPr>
          <p:cNvPr id="196" name="Google Shape;196;p23"/>
          <p:cNvSpPr txBox="1"/>
          <p:nvPr>
            <p:ph idx="1" type="body"/>
          </p:nvPr>
        </p:nvSpPr>
        <p:spPr>
          <a:xfrm>
            <a:off x="779462" y="1651744"/>
            <a:ext cx="7581901" cy="3953436"/>
          </a:xfrm>
          <a:prstGeom prst="rect">
            <a:avLst/>
          </a:prstGeom>
          <a:noFill/>
          <a:ln>
            <a:noFill/>
          </a:ln>
        </p:spPr>
        <p:txBody>
          <a:bodyPr anchorCtr="0" anchor="t" bIns="45700" lIns="91425" spcFirstLastPara="1" rIns="91425" wrap="square" tIns="45700">
            <a:noAutofit/>
          </a:bodyPr>
          <a:lstStyle/>
          <a:p>
            <a:pPr indent="0" lvl="0" marL="0" marR="0" rtl="0" algn="l">
              <a:spcBef>
                <a:spcPts val="2000"/>
              </a:spcBef>
              <a:spcAft>
                <a:spcPts val="0"/>
              </a:spcAft>
              <a:buClr>
                <a:schemeClr val="lt1"/>
              </a:buClr>
              <a:buFont typeface="Galdeano"/>
              <a:buNone/>
            </a:pPr>
            <a:r>
              <a:rPr b="1" i="0" lang="en-US" sz="2400" u="none" cap="none" strike="noStrike">
                <a:solidFill>
                  <a:schemeClr val="lt1"/>
                </a:solidFill>
                <a:latin typeface="Galdeano"/>
                <a:ea typeface="Galdeano"/>
                <a:cs typeface="Galdeano"/>
                <a:sym typeface="Galdeano"/>
              </a:rPr>
              <a:t>According to my research, educational improvement have been more noticeable in the following areas: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p:txBody>
      </p:sp>
      <p:pic>
        <p:nvPicPr>
          <p:cNvPr id="197" name="Google Shape;197;p23"/>
          <p:cNvPicPr preferRelativeResize="0"/>
          <p:nvPr/>
        </p:nvPicPr>
        <p:blipFill>
          <a:blip r:embed="rId3">
            <a:alphaModFix/>
          </a:blip>
          <a:stretch>
            <a:fillRect/>
          </a:stretch>
        </p:blipFill>
        <p:spPr>
          <a:xfrm>
            <a:off x="1106369" y="2701670"/>
            <a:ext cx="6950927" cy="369592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4"/>
          <p:cNvPicPr preferRelativeResize="0"/>
          <p:nvPr/>
        </p:nvPicPr>
        <p:blipFill>
          <a:blip r:embed="rId3">
            <a:alphaModFix/>
          </a:blip>
          <a:stretch>
            <a:fillRect/>
          </a:stretch>
        </p:blipFill>
        <p:spPr>
          <a:xfrm>
            <a:off x="2417675" y="3207092"/>
            <a:ext cx="6412487" cy="3343668"/>
          </a:xfrm>
          <a:prstGeom prst="rect">
            <a:avLst/>
          </a:prstGeom>
          <a:noFill/>
          <a:ln>
            <a:noFill/>
          </a:ln>
        </p:spPr>
      </p:pic>
      <p:sp>
        <p:nvSpPr>
          <p:cNvPr id="203" name="Google Shape;203;p24"/>
          <p:cNvSpPr txBox="1"/>
          <p:nvPr>
            <p:ph idx="1" type="body"/>
          </p:nvPr>
        </p:nvSpPr>
        <p:spPr>
          <a:xfrm>
            <a:off x="2417675" y="3207092"/>
            <a:ext cx="6412487" cy="3343668"/>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250825" lvl="0" marL="403225" rtl="0" algn="l">
              <a:spcBef>
                <a:spcPts val="2000"/>
              </a:spcBef>
              <a:spcAft>
                <a:spcPts val="0"/>
              </a:spcAft>
              <a:buNone/>
            </a:pPr>
            <a:r>
              <a:t/>
            </a:r>
            <a:endParaRPr/>
          </a:p>
        </p:txBody>
      </p:sp>
      <p:sp>
        <p:nvSpPr>
          <p:cNvPr id="204" name="Google Shape;204;p24"/>
          <p:cNvSpPr txBox="1"/>
          <p:nvPr/>
        </p:nvSpPr>
        <p:spPr>
          <a:xfrm>
            <a:off x="137914" y="198837"/>
            <a:ext cx="8980428" cy="2523768"/>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i="0" lang="en-US" sz="2400" u="none" cap="none" strike="noStrike">
                <a:solidFill>
                  <a:srgbClr val="F2D908"/>
                </a:solidFill>
                <a:latin typeface="Times New Roman"/>
                <a:ea typeface="Times New Roman"/>
                <a:cs typeface="Times New Roman"/>
                <a:sym typeface="Times New Roman"/>
              </a:rPr>
              <a:t>Several uses of the AR skills training:</a:t>
            </a:r>
            <a:endParaRPr b="0" i="0" sz="1800" u="none" cap="none" strike="noStrike">
              <a:solidFill>
                <a:schemeClr val="lt1"/>
              </a:solidFill>
              <a:latin typeface="Galdeano"/>
              <a:ea typeface="Galdeano"/>
              <a:cs typeface="Galdeano"/>
              <a:sym typeface="Galdeano"/>
            </a:endParaRPr>
          </a:p>
          <a:p>
            <a:pPr indent="0" lvl="0" marL="0" marR="0" rtl="0" algn="just">
              <a:spcBef>
                <a:spcPts val="0"/>
              </a:spcBef>
              <a:spcAft>
                <a:spcPts val="0"/>
              </a:spcAft>
              <a:buNone/>
            </a:pPr>
            <a:r>
              <a:t/>
            </a:r>
            <a:endParaRPr b="0" i="0" sz="1200" u="none" cap="none" strike="noStrike">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The military is using AR to train mechanics and to train their troops with AR games.</a:t>
            </a:r>
            <a:endParaRPr b="0" i="0" sz="1800" u="none" cap="none" strike="noStrike">
              <a:solidFill>
                <a:schemeClr val="lt1"/>
              </a:solidFill>
              <a:latin typeface="Galdeano"/>
              <a:ea typeface="Galdeano"/>
              <a:cs typeface="Galdeano"/>
              <a:sym typeface="Galdeano"/>
            </a:endParaRPr>
          </a:p>
          <a:p>
            <a:pPr indent="0" lvl="0" marL="0" marR="0" rtl="0" algn="just">
              <a:spcBef>
                <a:spcPts val="0"/>
              </a:spcBef>
              <a:spcAft>
                <a:spcPts val="0"/>
              </a:spcAft>
              <a:buNone/>
            </a:pPr>
            <a:r>
              <a:t/>
            </a:r>
            <a:endParaRPr b="0" i="0" sz="1200" u="none" cap="none" strike="noStrike">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The firefighters are using AR to fight fires.</a:t>
            </a:r>
            <a:endParaRPr b="0" i="0" sz="1800" u="none" cap="none" strike="noStrike">
              <a:solidFill>
                <a:schemeClr val="lt1"/>
              </a:solidFill>
              <a:latin typeface="Galdeano"/>
              <a:ea typeface="Galdeano"/>
              <a:cs typeface="Galdeano"/>
              <a:sym typeface="Galdeano"/>
            </a:endParaRPr>
          </a:p>
          <a:p>
            <a:pPr indent="0" lvl="0" marL="0" marR="0" rtl="0" algn="just">
              <a:spcBef>
                <a:spcPts val="0"/>
              </a:spcBef>
              <a:spcAft>
                <a:spcPts val="0"/>
              </a:spcAft>
              <a:buNone/>
            </a:pPr>
            <a:r>
              <a:t/>
            </a:r>
            <a:endParaRPr b="0" i="0" sz="1200" u="none" cap="none" strike="noStrike">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Surgeon  are learning procedure by using AR applications.</a:t>
            </a:r>
            <a:endParaRPr b="0" i="0" sz="2400" u="none" cap="none" strike="noStrike">
              <a:solidFill>
                <a:schemeClr val="lt1"/>
              </a:solidFill>
              <a:latin typeface="Times New Roman"/>
              <a:ea typeface="Times New Roman"/>
              <a:cs typeface="Times New Roman"/>
              <a:sym typeface="Times New Roman"/>
            </a:endParaRPr>
          </a:p>
        </p:txBody>
      </p:sp>
      <p:cxnSp>
        <p:nvCxnSpPr>
          <p:cNvPr id="205" name="Google Shape;205;p24"/>
          <p:cNvCxnSpPr/>
          <p:nvPr/>
        </p:nvCxnSpPr>
        <p:spPr>
          <a:xfrm>
            <a:off x="962189" y="1462356"/>
            <a:ext cx="1873060" cy="3835475"/>
          </a:xfrm>
          <a:prstGeom prst="straightConnector1">
            <a:avLst/>
          </a:prstGeom>
          <a:noFill/>
          <a:ln cap="flat" cmpd="sng" w="9525">
            <a:solidFill>
              <a:srgbClr val="E8D007"/>
            </a:solidFill>
            <a:prstDash val="solid"/>
            <a:round/>
            <a:headEnd len="sm" w="sm" type="none"/>
            <a:tailEnd len="med" w="med" type="stealth"/>
          </a:ln>
        </p:spPr>
      </p:cxnSp>
      <p:cxnSp>
        <p:nvCxnSpPr>
          <p:cNvPr id="206" name="Google Shape;206;p24"/>
          <p:cNvCxnSpPr/>
          <p:nvPr/>
        </p:nvCxnSpPr>
        <p:spPr>
          <a:xfrm>
            <a:off x="3579342" y="2026774"/>
            <a:ext cx="1719111" cy="3271057"/>
          </a:xfrm>
          <a:prstGeom prst="straightConnector1">
            <a:avLst/>
          </a:prstGeom>
          <a:noFill/>
          <a:ln cap="flat" cmpd="sng" w="9525">
            <a:solidFill>
              <a:srgbClr val="E8D007"/>
            </a:solidFill>
            <a:prstDash val="solid"/>
            <a:round/>
            <a:headEnd len="sm" w="sm" type="none"/>
            <a:tailEnd len="med" w="med" type="stealth"/>
          </a:ln>
        </p:spPr>
      </p:cxnSp>
      <p:cxnSp>
        <p:nvCxnSpPr>
          <p:cNvPr id="207" name="Google Shape;207;p24"/>
          <p:cNvCxnSpPr/>
          <p:nvPr/>
        </p:nvCxnSpPr>
        <p:spPr>
          <a:xfrm>
            <a:off x="5555036" y="2539881"/>
            <a:ext cx="410534" cy="667211"/>
          </a:xfrm>
          <a:prstGeom prst="straightConnector1">
            <a:avLst/>
          </a:prstGeom>
          <a:noFill/>
          <a:ln cap="flat" cmpd="sng" w="9525">
            <a:solidFill>
              <a:srgbClr val="E8D007"/>
            </a:solidFill>
            <a:prstDash val="solid"/>
            <a:round/>
            <a:headEnd len="sm" w="sm" type="none"/>
            <a:tailEnd len="med" w="med" type="stealth"/>
          </a:ln>
        </p:spPr>
      </p:cxnSp>
      <p:cxnSp>
        <p:nvCxnSpPr>
          <p:cNvPr id="208" name="Google Shape;208;p24"/>
          <p:cNvCxnSpPr/>
          <p:nvPr/>
        </p:nvCxnSpPr>
        <p:spPr>
          <a:xfrm>
            <a:off x="5555036" y="2539881"/>
            <a:ext cx="2127307" cy="667211"/>
          </a:xfrm>
          <a:prstGeom prst="straightConnector1">
            <a:avLst/>
          </a:prstGeom>
          <a:noFill/>
          <a:ln cap="flat" cmpd="sng" w="9525">
            <a:solidFill>
              <a:srgbClr val="E8D007"/>
            </a:solidFill>
            <a:prstDash val="solid"/>
            <a:round/>
            <a:headEnd len="sm" w="sm" type="none"/>
            <a:tailEnd len="med" w="med" type="stealth"/>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5"/>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Training</a:t>
            </a:r>
            <a:endParaRPr b="0" i="0" sz="1800" u="none" cap="none" strike="noStrike">
              <a:solidFill>
                <a:srgbClr val="F2D908"/>
              </a:solidFill>
              <a:latin typeface="Galdeano"/>
              <a:ea typeface="Galdeano"/>
              <a:cs typeface="Galdeano"/>
              <a:sym typeface="Galdeano"/>
            </a:endParaRPr>
          </a:p>
        </p:txBody>
      </p:sp>
      <p:sp>
        <p:nvSpPr>
          <p:cNvPr id="214" name="Google Shape;214;p25"/>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1" i="0" lang="en-US" sz="1850" u="none" cap="none" strike="noStrike">
                <a:solidFill>
                  <a:schemeClr val="lt1"/>
                </a:solidFill>
                <a:latin typeface="Times New Roman"/>
                <a:ea typeface="Times New Roman"/>
                <a:cs typeface="Times New Roman"/>
                <a:sym typeface="Times New Roman"/>
              </a:rPr>
              <a:t>The Military</a:t>
            </a:r>
            <a:r>
              <a:rPr b="0" i="0" lang="en-US" sz="1850" u="none" cap="none" strike="noStrike">
                <a:solidFill>
                  <a:schemeClr val="lt1"/>
                </a:solidFill>
                <a:latin typeface="Times New Roman"/>
                <a:ea typeface="Times New Roman"/>
                <a:cs typeface="Times New Roman"/>
                <a:sym typeface="Times New Roman"/>
              </a:rPr>
              <a:t> has long been a leader in the use of augmented reality especially in the area of training. Virtual displays layered over the field of vision of the user to enhance scenes using wearable head gear have become common. </a:t>
            </a:r>
            <a:endParaRPr b="0" i="0" sz="140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1850" u="none" cap="none" strike="noStrike">
                <a:solidFill>
                  <a:schemeClr val="lt1"/>
                </a:solidFill>
                <a:latin typeface="Times New Roman"/>
                <a:ea typeface="Times New Roman"/>
                <a:cs typeface="Times New Roman"/>
                <a:sym typeface="Times New Roman"/>
              </a:rPr>
              <a:t>In 2009 Sarnoff Corporation demonstrated the first augmented reality training system for US Warfighters in what the military calls its </a:t>
            </a:r>
            <a:r>
              <a:rPr b="1" i="0" lang="en-US" sz="1850" u="none" cap="none" strike="noStrike">
                <a:solidFill>
                  <a:schemeClr val="lt1"/>
                </a:solidFill>
                <a:latin typeface="Times New Roman"/>
                <a:ea typeface="Times New Roman"/>
                <a:cs typeface="Times New Roman"/>
                <a:sym typeface="Times New Roman"/>
              </a:rPr>
              <a:t>Future Immersive Training Environment (FITE) Joint Capability Technology Demonstration (JCTD)</a:t>
            </a:r>
            <a:r>
              <a:rPr b="0" i="0" lang="en-US" sz="1850" u="none" cap="none" strike="noStrike">
                <a:solidFill>
                  <a:schemeClr val="lt1"/>
                </a:solidFill>
                <a:latin typeface="Times New Roman"/>
                <a:ea typeface="Times New Roman"/>
                <a:cs typeface="Times New Roman"/>
                <a:sym typeface="Times New Roman"/>
              </a:rPr>
              <a:t>.The 36 Million dollar experiment allows soldiers to train at home to prepare for small, urban and borderless conflicts around the world. Sarnoff's head-mounted visualization training system combines real world views, computer generated images and avatars. Soldiers interact in a realistic training environment with their own weapon, while interacting with computer-generated avatars. The avatar responds realistically to the soldier’s actions by talking, avoiding contact or returning fire. The soldier is able to record and replay training sessions.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400" u="none" cap="none" strike="noStrike">
              <a:solidFill>
                <a:schemeClr val="lt1"/>
              </a:solidFill>
              <a:latin typeface="Galdeano"/>
              <a:ea typeface="Galdeano"/>
              <a:cs typeface="Galdeano"/>
              <a:sym typeface="Galdea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idx="1" type="body"/>
          </p:nvPr>
        </p:nvSpPr>
        <p:spPr>
          <a:xfrm>
            <a:off x="779462" y="769481"/>
            <a:ext cx="7581901" cy="5066543"/>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2000"/>
              </a:spcBef>
              <a:spcAft>
                <a:spcPts val="0"/>
              </a:spcAft>
              <a:buClr>
                <a:schemeClr val="lt1"/>
              </a:buClr>
              <a:buFont typeface="Times New Roman"/>
              <a:buNone/>
            </a:pPr>
            <a:r>
              <a:rPr b="1" i="0" lang="en-US" sz="1800" u="none" cap="none" strike="noStrike">
                <a:solidFill>
                  <a:schemeClr val="lt1"/>
                </a:solidFill>
                <a:latin typeface="Times New Roman"/>
                <a:ea typeface="Times New Roman"/>
                <a:cs typeface="Times New Roman"/>
                <a:sym typeface="Times New Roman"/>
              </a:rPr>
              <a:t>The Military has also used AR to train users in maintenance and repair. </a:t>
            </a:r>
            <a:endParaRPr b="1" i="0" sz="2400" u="none" cap="none" strike="noStrike">
              <a:solidFill>
                <a:schemeClr val="lt1"/>
              </a:solidFill>
              <a:latin typeface="Galdeano"/>
              <a:ea typeface="Galdeano"/>
              <a:cs typeface="Galdeano"/>
              <a:sym typeface="Galdeano"/>
            </a:endParaRPr>
          </a:p>
          <a:p>
            <a:pPr indent="0" lvl="0" marL="0" marR="0" rtl="0" algn="just">
              <a:lnSpc>
                <a:spcPct val="90000"/>
              </a:lnSpc>
              <a:spcBef>
                <a:spcPts val="2000"/>
              </a:spcBef>
              <a:spcAft>
                <a:spcPts val="0"/>
              </a:spcAft>
              <a:buClr>
                <a:schemeClr val="lt1"/>
              </a:buClr>
              <a:buFont typeface="Times New Roman"/>
              <a:buNone/>
            </a:pPr>
            <a:r>
              <a:rPr b="1" i="0" lang="en-US" sz="1800" u="sng" cap="none" strike="noStrike">
                <a:solidFill>
                  <a:schemeClr val="hlink"/>
                </a:solidFill>
                <a:latin typeface="Times New Roman"/>
                <a:ea typeface="Times New Roman"/>
                <a:cs typeface="Times New Roman"/>
                <a:sym typeface="Times New Roman"/>
                <a:hlinkClick r:id="rId3"/>
              </a:rPr>
              <a:t>http://www.youtube.com/watch?v=mn-zvymlSvk</a:t>
            </a:r>
            <a:endParaRPr b="0" i="0" sz="1800" u="none" cap="none" strike="noStrike">
              <a:solidFill>
                <a:schemeClr val="lt1"/>
              </a:solidFill>
              <a:latin typeface="Times New Roman"/>
              <a:ea typeface="Times New Roman"/>
              <a:cs typeface="Times New Roman"/>
              <a:sym typeface="Times New Roman"/>
            </a:endParaRPr>
          </a:p>
        </p:txBody>
      </p:sp>
      <p:sp>
        <p:nvSpPr>
          <p:cNvPr id="220" name="Google Shape;220;p26"/>
          <p:cNvSpPr txBox="1"/>
          <p:nvPr/>
        </p:nvSpPr>
        <p:spPr>
          <a:xfrm>
            <a:off x="892711" y="1848493"/>
            <a:ext cx="6990806" cy="341632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In March 2010, the US Army put out a request for information on "Augmented Reality (AR) Systems Technology Roadmap Survey Dismounted Soldier Applications." Their objective is to explore, "methods of presenting 2D/3D virtual objects (representing various types of targets, fire and effects, friendly forces and opposition forces, civilians on the battlefield (COB), vehicles, etc.) to the dismounted soldier while operating both indoors and outdoors, on various types of live training environments. Additionally, the trainee would be capable of interacting with virtual targets, personnel, vehicles, etc. as though real. The objective is to create an interactive, multi-sensory, non-linear environment that provides the Warfighter with training that is unparalleled in flexibility and realism.</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7"/>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AR Books</a:t>
            </a:r>
            <a:endParaRPr b="0" i="0" sz="1800" u="none" cap="none" strike="noStrike">
              <a:solidFill>
                <a:srgbClr val="F2D908"/>
              </a:solidFill>
              <a:latin typeface="Galdeano"/>
              <a:ea typeface="Galdeano"/>
              <a:cs typeface="Galdeano"/>
              <a:sym typeface="Galdeano"/>
            </a:endParaRPr>
          </a:p>
        </p:txBody>
      </p:sp>
      <p:sp>
        <p:nvSpPr>
          <p:cNvPr id="226" name="Google Shape;226;p27"/>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An AR book looks like any other book, but when you place in front of a webcam 3d elements, sounds and movies appear.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Example:</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1" i="0" lang="en-US" sz="2400" u="sng" cap="none" strike="noStrike">
                <a:solidFill>
                  <a:schemeClr val="hlink"/>
                </a:solidFill>
                <a:latin typeface="Times New Roman"/>
                <a:ea typeface="Times New Roman"/>
                <a:cs typeface="Times New Roman"/>
                <a:sym typeface="Times New Roman"/>
                <a:hlinkClick r:id="rId3"/>
              </a:rPr>
              <a:t>http://www.youtube.com/watch?v=ukrDPyPPYnE</a:t>
            </a:r>
            <a:endParaRPr b="0" i="0" sz="1800" u="none" cap="none" strike="noStrike">
              <a:solidFill>
                <a:schemeClr val="lt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Galdeano"/>
              <a:buNone/>
            </a:pPr>
            <a:r>
              <a:rPr b="1" i="0" lang="en-US" sz="2400" u="sng" cap="none" strike="noStrike">
                <a:solidFill>
                  <a:schemeClr val="hlink"/>
                </a:solidFill>
                <a:latin typeface="Galdeano"/>
                <a:ea typeface="Galdeano"/>
                <a:cs typeface="Galdeano"/>
                <a:sym typeface="Galdeano"/>
                <a:hlinkClick r:id="rId4"/>
              </a:rPr>
              <a:t>http://alpha.zooburst.com/index.php?viewbook=210</a:t>
            </a:r>
            <a:endParaRPr b="0" i="0" sz="18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ph type="title"/>
          </p:nvPr>
        </p:nvSpPr>
        <p:spPr>
          <a:xfrm>
            <a:off x="779462" y="107577"/>
            <a:ext cx="7581901" cy="84811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Medicine</a:t>
            </a:r>
            <a:endParaRPr b="0" i="0" sz="1800" u="none" cap="none" strike="noStrike">
              <a:solidFill>
                <a:srgbClr val="F2D908"/>
              </a:solidFill>
              <a:latin typeface="Galdeano"/>
              <a:ea typeface="Galdeano"/>
              <a:cs typeface="Galdeano"/>
              <a:sym typeface="Galdeano"/>
            </a:endParaRPr>
          </a:p>
        </p:txBody>
      </p:sp>
      <p:sp>
        <p:nvSpPr>
          <p:cNvPr id="232" name="Google Shape;232;p28"/>
          <p:cNvSpPr txBox="1"/>
          <p:nvPr>
            <p:ph idx="1" type="body"/>
          </p:nvPr>
        </p:nvSpPr>
        <p:spPr>
          <a:xfrm>
            <a:off x="779462" y="1190962"/>
            <a:ext cx="7581901" cy="5410827"/>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1" i="0" lang="en-US" sz="1800" u="none" cap="none" strike="noStrike">
                <a:solidFill>
                  <a:schemeClr val="lt1"/>
                </a:solidFill>
                <a:latin typeface="Times New Roman"/>
                <a:ea typeface="Times New Roman"/>
                <a:cs typeface="Times New Roman"/>
                <a:sym typeface="Times New Roman"/>
              </a:rPr>
              <a:t>In the field of medicine</a:t>
            </a:r>
            <a:r>
              <a:rPr b="0" i="0" lang="en-US" sz="1800" u="none" cap="none" strike="noStrike">
                <a:solidFill>
                  <a:schemeClr val="lt1"/>
                </a:solidFill>
                <a:latin typeface="Times New Roman"/>
                <a:ea typeface="Times New Roman"/>
                <a:cs typeface="Times New Roman"/>
                <a:sym typeface="Times New Roman"/>
              </a:rPr>
              <a:t>, augmented reality is being used to enhance visualization, plan operations and train medical staff in various procedures. In the past, surgeons constantly had to look away from an operating site to compare what they saw with static graphic scans. Augmented reality during an operation allows a surgeon to maintain a fixed view of a surgical site and have augmented graphic scans over their field of vision.</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1800" u="none" cap="none" strike="noStrike">
                <a:solidFill>
                  <a:schemeClr val="lt1"/>
                </a:solidFill>
                <a:latin typeface="Times New Roman"/>
                <a:ea typeface="Times New Roman"/>
                <a:cs typeface="Times New Roman"/>
                <a:sym typeface="Times New Roman"/>
              </a:rPr>
              <a:t> In training situations, surgeons receive training on simulators that allow them to train and gain experience in a realistic AR operating room without risk to actual patients. AR allows learners to practice a process and get feedback during training. </a:t>
            </a:r>
            <a:r>
              <a:rPr b="1" i="0" lang="en-US" sz="1800" u="none" cap="none" strike="noStrike">
                <a:solidFill>
                  <a:schemeClr val="lt1"/>
                </a:solidFill>
                <a:latin typeface="Times New Roman"/>
                <a:ea typeface="Times New Roman"/>
                <a:cs typeface="Times New Roman"/>
                <a:sym typeface="Times New Roman"/>
              </a:rPr>
              <a:t>Sanne Botden</a:t>
            </a:r>
            <a:r>
              <a:rPr b="0" i="0" lang="en-US" sz="1800" u="none" cap="none" strike="noStrike">
                <a:solidFill>
                  <a:schemeClr val="lt1"/>
                </a:solidFill>
                <a:latin typeface="Times New Roman"/>
                <a:ea typeface="Times New Roman"/>
                <a:cs typeface="Times New Roman"/>
                <a:sym typeface="Times New Roman"/>
              </a:rPr>
              <a:t>, a doctor and researcher from Eindhoven, Netherlands compared the performance of augmented reality and virtual reality surgical simulators to train doctors in laparoscopic surgery. She and her researchers made adjustments to their Augmented Reality simulator to provide on screen instructions and an opportunity to practice the process using real tissue, stitching material and instruments. The users were provided feedback on their skills. The virtual reality simulator did not mimic the surgery like the AR simulator and the instruments did not behave the same way as they would in real life. Using the AR simulator, participants learned the procedure in only eight sessions.</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779462" y="51306"/>
            <a:ext cx="7581901" cy="49616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Modeling</a:t>
            </a:r>
            <a:endParaRPr b="0" i="0" sz="1800" u="none" cap="none" strike="noStrike">
              <a:solidFill>
                <a:srgbClr val="F2D908"/>
              </a:solidFill>
              <a:latin typeface="Galdeano"/>
              <a:ea typeface="Galdeano"/>
              <a:cs typeface="Galdeano"/>
              <a:sym typeface="Galdeano"/>
            </a:endParaRPr>
          </a:p>
        </p:txBody>
      </p:sp>
      <p:sp>
        <p:nvSpPr>
          <p:cNvPr id="238" name="Google Shape;238;p29"/>
          <p:cNvSpPr txBox="1"/>
          <p:nvPr>
            <p:ph idx="1" type="body"/>
          </p:nvPr>
        </p:nvSpPr>
        <p:spPr>
          <a:xfrm>
            <a:off x="779462" y="834826"/>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Modeling objects is the first thing required to create simulations of the human anatomy. Initially, the main problem is of identifying the various objects in a given set of data. Once these are identified, simulating behaviors is possible, along with other tasks are possible such as rendering an object transparent or rotating an object. Further still, it is possible to simulate behavior when pressure is applied in certain ways.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A major advantage of behavior simulation is that it allows the user to predict the outcome of a certain procedure. An example of this application is plastic surgery.</a:t>
            </a:r>
            <a:endParaRPr b="0" i="0" sz="1650" u="none" cap="none" strike="noStrike">
              <a:solidFill>
                <a:schemeClr val="lt1"/>
              </a:solidFill>
              <a:latin typeface="Times New Roman"/>
              <a:ea typeface="Times New Roman"/>
              <a:cs typeface="Times New Roman"/>
              <a:sym typeface="Times New Roman"/>
            </a:endParaRPr>
          </a:p>
        </p:txBody>
      </p:sp>
      <p:pic>
        <p:nvPicPr>
          <p:cNvPr id="239" name="Google Shape;239;p29"/>
          <p:cNvPicPr preferRelativeResize="0"/>
          <p:nvPr/>
        </p:nvPicPr>
        <p:blipFill>
          <a:blip r:embed="rId3">
            <a:alphaModFix/>
          </a:blip>
          <a:stretch>
            <a:fillRect/>
          </a:stretch>
        </p:blipFill>
        <p:spPr>
          <a:xfrm>
            <a:off x="1660341" y="4509304"/>
            <a:ext cx="6588121" cy="1738532"/>
          </a:xfrm>
          <a:prstGeom prst="rect">
            <a:avLst/>
          </a:prstGeom>
          <a:noFill/>
          <a:ln>
            <a:noFill/>
          </a:ln>
        </p:spPr>
      </p:pic>
      <p:sp>
        <p:nvSpPr>
          <p:cNvPr id="240" name="Google Shape;240;p29"/>
          <p:cNvSpPr txBox="1"/>
          <p:nvPr/>
        </p:nvSpPr>
        <p:spPr>
          <a:xfrm>
            <a:off x="3252946" y="6260664"/>
            <a:ext cx="4995516"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sng" cap="none" strike="noStrike">
                <a:solidFill>
                  <a:schemeClr val="hlink"/>
                </a:solidFill>
                <a:latin typeface="Galdeano"/>
                <a:ea typeface="Galdeano"/>
                <a:cs typeface="Galdeano"/>
                <a:sym typeface="Galdeano"/>
                <a:hlinkClick r:id="rId4"/>
              </a:rPr>
              <a:t>http://www.youtube.com/watch?v=uVDxMr-47kU</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t/>
            </a:r>
            <a:endParaRPr b="0" i="0" sz="1800" u="none" cap="none" strike="noStrike">
              <a:solidFill>
                <a:schemeClr val="lt1"/>
              </a:solidFill>
              <a:latin typeface="Galdeano"/>
              <a:ea typeface="Galdeano"/>
              <a:cs typeface="Galdeano"/>
              <a:sym typeface="Galdea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0"/>
          <p:cNvSpPr txBox="1"/>
          <p:nvPr>
            <p:ph type="title"/>
          </p:nvPr>
        </p:nvSpPr>
        <p:spPr>
          <a:xfrm>
            <a:off x="779462" y="57277"/>
            <a:ext cx="7581901" cy="9576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Times New Roman"/>
              <a:buNone/>
            </a:pPr>
            <a:r>
              <a:rPr b="1" i="0" lang="en-US" sz="5600" u="none" cap="none" strike="noStrike">
                <a:solidFill>
                  <a:srgbClr val="F2D908"/>
                </a:solidFill>
                <a:latin typeface="Times New Roman"/>
                <a:ea typeface="Times New Roman"/>
                <a:cs typeface="Times New Roman"/>
                <a:sym typeface="Times New Roman"/>
              </a:rPr>
              <a:t>Architecture</a:t>
            </a:r>
            <a:endParaRPr b="0" i="0" sz="1800" u="none" cap="none" strike="noStrike">
              <a:solidFill>
                <a:srgbClr val="F2D908"/>
              </a:solidFill>
              <a:latin typeface="Times New Roman"/>
              <a:ea typeface="Times New Roman"/>
              <a:cs typeface="Times New Roman"/>
              <a:sym typeface="Times New Roman"/>
            </a:endParaRPr>
          </a:p>
        </p:txBody>
      </p:sp>
      <p:sp>
        <p:nvSpPr>
          <p:cNvPr id="246" name="Google Shape;246;p30"/>
          <p:cNvSpPr txBox="1"/>
          <p:nvPr>
            <p:ph idx="1" type="body"/>
          </p:nvPr>
        </p:nvSpPr>
        <p:spPr>
          <a:xfrm>
            <a:off x="515509" y="625087"/>
            <a:ext cx="8122412" cy="5687480"/>
          </a:xfrm>
          <a:prstGeom prst="rect">
            <a:avLst/>
          </a:prstGeom>
          <a:noFill/>
          <a:ln>
            <a:noFill/>
          </a:ln>
        </p:spPr>
        <p:txBody>
          <a:bodyPr anchorCtr="0" anchor="t" bIns="45700" lIns="91425" spcFirstLastPara="1" rIns="91425" wrap="square" tIns="45700">
            <a:noAutofit/>
          </a:bodyPr>
          <a:lstStyle/>
          <a:p>
            <a:pPr indent="-250825" lvl="0" marL="403225" marR="0" rtl="0" algn="l">
              <a:spcBef>
                <a:spcPts val="2000"/>
              </a:spcBef>
              <a:spcAft>
                <a:spcPts val="0"/>
              </a:spcAft>
              <a:buClr>
                <a:schemeClr val="lt1"/>
              </a:buClr>
              <a:buSzPts val="2400"/>
              <a:buFont typeface="Galdeano"/>
              <a:buNone/>
            </a:pPr>
            <a:r>
              <a:t/>
            </a:r>
            <a:endParaRPr b="0" i="0" sz="165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 Augmented Reality (AR) is a system for blending virtual models with real life settings, thus making it possible to experience proposed architectural solutions in full scale at the intended site.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The author argues that this technology will have a significant impact on, and applicability for, the architectural design process and the mediating of architectural projects.</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The use of Virtual Reality has added a new dimension to presentations of planned structures and in many instances proven valuable for the understanding of projects. In a complete VR system all parts of a scene have to be digitally constructed, which requires extensive work for the making of the model and highly specified and expensive hardware for the regeneration of them. Screen based VR presentations can easily be distributed but as with an immersive system, orientation is not intuitive, the feeling of presence is hard to achieve and the problem of understanding scale is still not solved. That is, even though one moves through digital models that closely resemble a reality, they are experienced as scale models. </a:t>
            </a:r>
            <a:endParaRPr b="0" i="0" sz="165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1"/>
          <p:cNvSpPr txBox="1"/>
          <p:nvPr>
            <p:ph idx="1" type="body"/>
          </p:nvPr>
        </p:nvSpPr>
        <p:spPr>
          <a:xfrm>
            <a:off x="465216" y="197560"/>
            <a:ext cx="8197852" cy="6253330"/>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Augmented Reality, AR, is a further development of the technology and is understood as a combination of digital models and the physical world.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An AR system generates a composite view with a combination of a virtual model or scene and the physical, real life setting in which the viewer is located. The technology has until recently been expensive, resource demanding and requiring advanced knowledge in the field. Due to these factors the use has been limited mainly to military, medical research and other highly specialized applications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An Augmented Reality system consists in principle of these main components: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1. Software System and Databases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2. Position-registration System</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3. Orientation-registration System</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4. Display Device</a:t>
            </a:r>
            <a:endParaRPr b="0" i="0" sz="165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idx="1" type="body"/>
          </p:nvPr>
        </p:nvSpPr>
        <p:spPr>
          <a:xfrm>
            <a:off x="779462" y="163473"/>
            <a:ext cx="7581901" cy="6501189"/>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rgbClr val="F2D908"/>
              </a:buClr>
              <a:buFont typeface="Times New Roman"/>
              <a:buNone/>
            </a:pPr>
            <a:r>
              <a:rPr b="1" i="1" lang="en-US" sz="2400" u="none" cap="none" strike="noStrike">
                <a:solidFill>
                  <a:srgbClr val="F2D908"/>
                </a:solidFill>
                <a:latin typeface="Times New Roman"/>
                <a:ea typeface="Times New Roman"/>
                <a:cs typeface="Times New Roman"/>
                <a:sym typeface="Times New Roman"/>
              </a:rPr>
              <a:t>Software System and Databases</a:t>
            </a:r>
            <a:endParaRPr b="0" i="0" sz="1800" u="none" cap="none" strike="noStrike">
              <a:solidFill>
                <a:srgbClr val="F2D908"/>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core of the augmented reality system is the software and database running on a portable computer. The database contains the 3D models to be viewed and their geo-location. The software position these according to the data retrieved from the registration systems.</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rgbClr val="F2D908"/>
              </a:buClr>
              <a:buFont typeface="Times New Roman"/>
              <a:buNone/>
            </a:pPr>
            <a:r>
              <a:rPr b="1" i="1" lang="en-US" sz="2400" u="none" cap="none" strike="noStrike">
                <a:solidFill>
                  <a:srgbClr val="F2D908"/>
                </a:solidFill>
                <a:latin typeface="Times New Roman"/>
                <a:ea typeface="Times New Roman"/>
                <a:cs typeface="Times New Roman"/>
                <a:sym typeface="Times New Roman"/>
              </a:rPr>
              <a:t>Position-registration System</a:t>
            </a:r>
            <a:endParaRPr b="0" i="0" sz="1800" u="none" cap="none" strike="noStrike">
              <a:solidFill>
                <a:srgbClr val="F2D908"/>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position-registration system is crucial to the accuracy and field of use of the AR system. Its purpose is to provide the system with the exact geo-location of the user so the virtual models can be positioned correctly according to this. Several different solutions exist, each with specific possibilities and limitations</a:t>
            </a:r>
            <a:r>
              <a:rPr b="0" i="0" lang="en-US" sz="2400" u="none" cap="none" strike="noStrike">
                <a:solidFill>
                  <a:schemeClr val="lt1"/>
                </a:solidFill>
                <a:latin typeface="Galdeano"/>
                <a:ea typeface="Galdeano"/>
                <a:cs typeface="Galdeano"/>
                <a:sym typeface="Galdeano"/>
              </a:rPr>
              <a:t>. </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idx="1" type="body"/>
          </p:nvPr>
        </p:nvSpPr>
        <p:spPr>
          <a:xfrm>
            <a:off x="779462" y="269317"/>
            <a:ext cx="7581901" cy="5904925"/>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rgbClr val="F2D908"/>
              </a:buClr>
              <a:buFont typeface="Times New Roman"/>
              <a:buNone/>
            </a:pPr>
            <a:r>
              <a:rPr b="1" i="1" lang="en-US" sz="2400" u="none" cap="none" strike="noStrike">
                <a:solidFill>
                  <a:srgbClr val="F2D908"/>
                </a:solidFill>
                <a:latin typeface="Times New Roman"/>
                <a:ea typeface="Times New Roman"/>
                <a:cs typeface="Times New Roman"/>
                <a:sym typeface="Times New Roman"/>
              </a:rPr>
              <a:t>Orientation-registration System</a:t>
            </a:r>
            <a:endParaRPr b="0" i="0" sz="1800" u="none" cap="none" strike="noStrike">
              <a:solidFill>
                <a:srgbClr val="F2D908"/>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Precise and accurate combination of the virtual model and the real environment requires the system to provide data for the exact location and viewing direction and angle of the user.</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rgbClr val="F2D908"/>
              </a:buClr>
              <a:buFont typeface="Times New Roman"/>
              <a:buNone/>
            </a:pPr>
            <a:r>
              <a:rPr b="1" i="1" lang="en-US" sz="2400" u="none" cap="none" strike="noStrike">
                <a:solidFill>
                  <a:srgbClr val="F2D908"/>
                </a:solidFill>
                <a:latin typeface="Times New Roman"/>
                <a:ea typeface="Times New Roman"/>
                <a:cs typeface="Times New Roman"/>
                <a:sym typeface="Times New Roman"/>
              </a:rPr>
              <a:t> Display Device</a:t>
            </a:r>
            <a:endParaRPr b="0" i="0" sz="1800" u="none" cap="none" strike="noStrike">
              <a:solidFill>
                <a:srgbClr val="F2D908"/>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display device is for viewing the Augmented Reality. According to the definition of AR by Ronald Azuma2 there are several ways of viewing AR models.</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4"/>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Times New Roman"/>
              <a:buNone/>
            </a:pPr>
            <a:r>
              <a:rPr b="1" i="0" lang="en-US" sz="5600" u="none" cap="none" strike="noStrike">
                <a:solidFill>
                  <a:srgbClr val="F2D908"/>
                </a:solidFill>
                <a:latin typeface="Times New Roman"/>
                <a:ea typeface="Times New Roman"/>
                <a:cs typeface="Times New Roman"/>
                <a:sym typeface="Times New Roman"/>
              </a:rPr>
              <a:t>Activities</a:t>
            </a:r>
            <a:endParaRPr b="0" i="0" sz="1800" u="none" cap="none" strike="noStrike">
              <a:solidFill>
                <a:srgbClr val="F2D908"/>
              </a:solidFill>
              <a:latin typeface="Times New Roman"/>
              <a:ea typeface="Times New Roman"/>
              <a:cs typeface="Times New Roman"/>
              <a:sym typeface="Times New Roman"/>
            </a:endParaRPr>
          </a:p>
        </p:txBody>
      </p:sp>
      <p:sp>
        <p:nvSpPr>
          <p:cNvPr id="267" name="Google Shape;267;p34"/>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Augmented reality provides a rich environment for discovery base learning.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Today visiting store sites can access an AR app and find  out information about the location, for example how it looked at certain point in history.</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rPr b="1" i="0" lang="en-US" sz="2400" u="sng" cap="none" strike="noStrike">
                <a:solidFill>
                  <a:schemeClr val="hlink"/>
                </a:solidFill>
                <a:latin typeface="Galdeano"/>
                <a:ea typeface="Galdeano"/>
                <a:cs typeface="Galdeano"/>
                <a:sym typeface="Galdeano"/>
                <a:hlinkClick r:id="rId3"/>
              </a:rPr>
              <a:t>http://www.youtube.com/watch?v=XtJ1ZrPu-00</a:t>
            </a:r>
            <a:endParaRPr b="0" i="0" sz="18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Times New Roman"/>
              <a:buNone/>
            </a:pPr>
            <a:r>
              <a:rPr b="1" i="0" lang="en-US" sz="5600" u="none" cap="none" strike="noStrike">
                <a:solidFill>
                  <a:srgbClr val="F2D908"/>
                </a:solidFill>
                <a:latin typeface="Times New Roman"/>
                <a:ea typeface="Times New Roman"/>
                <a:cs typeface="Times New Roman"/>
                <a:sym typeface="Times New Roman"/>
              </a:rPr>
              <a:t>How Am I Using this information?</a:t>
            </a:r>
            <a:endParaRPr b="0" i="0" sz="1800" u="none" cap="none" strike="noStrike">
              <a:solidFill>
                <a:srgbClr val="F2D908"/>
              </a:solidFill>
              <a:latin typeface="Times New Roman"/>
              <a:ea typeface="Times New Roman"/>
              <a:cs typeface="Times New Roman"/>
              <a:sym typeface="Times New Roman"/>
            </a:endParaRPr>
          </a:p>
        </p:txBody>
      </p:sp>
      <p:sp>
        <p:nvSpPr>
          <p:cNvPr id="273" name="Google Shape;273;p35"/>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To better explain this, I want you to see the following video. </a:t>
            </a:r>
            <a:endParaRPr b="0" i="0" sz="180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Then, I will explain exactly how is it that I am planning to implement what I have learnt into the group project.</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1" i="0" lang="en-US" sz="2400" u="sng" cap="none" strike="noStrike">
                <a:solidFill>
                  <a:schemeClr val="hlink"/>
                </a:solidFill>
                <a:latin typeface="Times New Roman"/>
                <a:ea typeface="Times New Roman"/>
                <a:cs typeface="Times New Roman"/>
                <a:sym typeface="Times New Roman"/>
                <a:hlinkClick r:id="rId3"/>
              </a:rPr>
              <a:t>http://www.youtube.com/watch?v=iaaHcH9nQmI</a:t>
            </a:r>
            <a:endParaRPr b="0" i="0" sz="180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Galdeano"/>
              <a:buNone/>
            </a:pPr>
            <a:r>
              <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6"/>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Times New Roman"/>
              <a:buNone/>
            </a:pPr>
            <a:r>
              <a:rPr b="1" i="0" lang="en-US" sz="5600" u="none" cap="none" strike="noStrike">
                <a:solidFill>
                  <a:srgbClr val="F2D908"/>
                </a:solidFill>
                <a:latin typeface="Times New Roman"/>
                <a:ea typeface="Times New Roman"/>
                <a:cs typeface="Times New Roman"/>
                <a:sym typeface="Times New Roman"/>
              </a:rPr>
              <a:t>Reference</a:t>
            </a:r>
            <a:endParaRPr b="0" i="0" sz="1800" u="none" cap="none" strike="noStrike">
              <a:solidFill>
                <a:srgbClr val="F2D908"/>
              </a:solidFill>
              <a:latin typeface="Times New Roman"/>
              <a:ea typeface="Times New Roman"/>
              <a:cs typeface="Times New Roman"/>
              <a:sym typeface="Times New Roman"/>
            </a:endParaRPr>
          </a:p>
        </p:txBody>
      </p:sp>
      <p:sp>
        <p:nvSpPr>
          <p:cNvPr id="279" name="Google Shape;279;p36"/>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Ernest Redondo1, Isidro Navarro1, Albert Sanchez2, David Fonseca3. " Special Issue on Visual Interfaces and User Experience: new approaches." </a:t>
            </a:r>
            <a:r>
              <a:rPr b="0" i="0" lang="en-US" sz="2400" u="sng" cap="none" strike="noStrike">
                <a:solidFill>
                  <a:schemeClr val="lt1"/>
                </a:solidFill>
                <a:latin typeface="Times New Roman"/>
                <a:ea typeface="Times New Roman"/>
                <a:cs typeface="Times New Roman"/>
                <a:sym typeface="Times New Roman"/>
              </a:rPr>
              <a:t>Augmented Reality On Architectural and Building Engineering Learning Processes.</a:t>
            </a:r>
            <a:r>
              <a:rPr b="0" i="0" lang="en-US" sz="2400" u="none" cap="none" strike="noStrike">
                <a:solidFill>
                  <a:schemeClr val="lt1"/>
                </a:solidFill>
                <a:latin typeface="Times New Roman"/>
                <a:ea typeface="Times New Roman"/>
                <a:cs typeface="Times New Roman"/>
                <a:sym typeface="Times New Roman"/>
              </a:rPr>
              <a:t> (2013): 11.</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Sorensen, Soren S. "Architects in the 21st Century - Agents of Change?" </a:t>
            </a:r>
            <a:r>
              <a:rPr b="0" i="0" lang="en-US" sz="2400" u="sng" cap="none" strike="noStrike">
                <a:solidFill>
                  <a:schemeClr val="lt1"/>
                </a:solidFill>
                <a:latin typeface="Times New Roman"/>
                <a:ea typeface="Times New Roman"/>
                <a:cs typeface="Times New Roman"/>
                <a:sym typeface="Times New Roman"/>
              </a:rPr>
              <a:t>The development of Augmented Reality as a tool in Architectural and Urban Design</a:t>
            </a:r>
            <a:r>
              <a:rPr b="0" i="0" lang="en-US" sz="2400" u="none" cap="none" strike="noStrike">
                <a:solidFill>
                  <a:schemeClr val="lt1"/>
                </a:solidFill>
                <a:latin typeface="Times New Roman"/>
                <a:ea typeface="Times New Roman"/>
                <a:cs typeface="Times New Roman"/>
                <a:sym typeface="Times New Roman"/>
              </a:rPr>
              <a:t> 19 (2006): 8.</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bit">
  <a:themeElements>
    <a:clrScheme name="Orbit">
      <a:dk1>
        <a:srgbClr val="000000"/>
      </a:dk1>
      <a:lt1>
        <a:srgbClr val="FFFFFF"/>
      </a:lt1>
      <a:dk2>
        <a:srgbClr val="7C9BA5"/>
      </a:dk2>
      <a:lt2>
        <a:srgbClr val="C1D0CA"/>
      </a:lt2>
      <a:accent1>
        <a:srgbClr val="F2D908"/>
      </a:accent1>
      <a:accent2>
        <a:srgbClr val="9DE61E"/>
      </a:accent2>
      <a:accent3>
        <a:srgbClr val="0D8BE6"/>
      </a:accent3>
      <a:accent4>
        <a:srgbClr val="C61B1B"/>
      </a:accent4>
      <a:accent5>
        <a:srgbClr val="E26F08"/>
      </a:accent5>
      <a:accent6>
        <a:srgbClr val="8D35D1"/>
      </a:accent6>
      <a:hlink>
        <a:srgbClr val="ECBF0B"/>
      </a:hlink>
      <a:folHlink>
        <a:srgbClr val="F4E5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